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EAAC5F-BFCD-4041-927B-EE77DEC19415}" v="586" dt="2021-01-31T18:33:34.034"/>
    <p1510:client id="{A676DC47-0F70-4A01-9DB6-E56B38D9170F}" v="117" dt="2021-01-31T19:07:54.877"/>
    <p1510:client id="{FEB309E8-BEDD-47A6-9566-3DBAEDB54DB0}" v="86" dt="2021-02-01T19:12:24.2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a Nguyen" userId="93c14a2d4ab7d767" providerId="Windows Live" clId="Web-{A676DC47-0F70-4A01-9DB6-E56B38D9170F}"/>
    <pc:docChg chg="modSld">
      <pc:chgData name="Kha Nguyen" userId="93c14a2d4ab7d767" providerId="Windows Live" clId="Web-{A676DC47-0F70-4A01-9DB6-E56B38D9170F}" dt="2021-01-31T19:07:43.439" v="72" actId="20577"/>
      <pc:docMkLst>
        <pc:docMk/>
      </pc:docMkLst>
      <pc:sldChg chg="addSp delSp modSp">
        <pc:chgData name="Kha Nguyen" userId="93c14a2d4ab7d767" providerId="Windows Live" clId="Web-{A676DC47-0F70-4A01-9DB6-E56B38D9170F}" dt="2021-01-31T19:03:47.766" v="57"/>
        <pc:sldMkLst>
          <pc:docMk/>
          <pc:sldMk cId="2253255528" sldId="257"/>
        </pc:sldMkLst>
        <pc:spChg chg="mod">
          <ac:chgData name="Kha Nguyen" userId="93c14a2d4ab7d767" providerId="Windows Live" clId="Web-{A676DC47-0F70-4A01-9DB6-E56B38D9170F}" dt="2021-01-31T19:03:47.766" v="57"/>
          <ac:spMkLst>
            <pc:docMk/>
            <pc:sldMk cId="2253255528" sldId="257"/>
            <ac:spMk id="2" creationId="{212CBD5D-CAC9-49B7-B8A2-E4534A49D88C}"/>
          </ac:spMkLst>
        </pc:spChg>
        <pc:spChg chg="del">
          <ac:chgData name="Kha Nguyen" userId="93c14a2d4ab7d767" providerId="Windows Live" clId="Web-{A676DC47-0F70-4A01-9DB6-E56B38D9170F}" dt="2021-01-31T19:03:47.766" v="57"/>
          <ac:spMkLst>
            <pc:docMk/>
            <pc:sldMk cId="2253255528" sldId="257"/>
            <ac:spMk id="9" creationId="{D4771268-CB57-404A-9271-370EB28F6090}"/>
          </ac:spMkLst>
        </pc:spChg>
        <pc:spChg chg="add">
          <ac:chgData name="Kha Nguyen" userId="93c14a2d4ab7d767" providerId="Windows Live" clId="Web-{A676DC47-0F70-4A01-9DB6-E56B38D9170F}" dt="2021-01-31T19:03:47.766" v="57"/>
          <ac:spMkLst>
            <pc:docMk/>
            <pc:sldMk cId="2253255528" sldId="257"/>
            <ac:spMk id="14" creationId="{D12DDE76-C203-4047-9998-63900085B5E8}"/>
          </ac:spMkLst>
        </pc:spChg>
        <pc:picChg chg="mod">
          <ac:chgData name="Kha Nguyen" userId="93c14a2d4ab7d767" providerId="Windows Live" clId="Web-{A676DC47-0F70-4A01-9DB6-E56B38D9170F}" dt="2021-01-31T19:03:47.766" v="57"/>
          <ac:picMkLst>
            <pc:docMk/>
            <pc:sldMk cId="2253255528" sldId="257"/>
            <ac:picMk id="4" creationId="{3B987803-02F6-43A7-9E3A-C24D7A0D3AE3}"/>
          </ac:picMkLst>
        </pc:picChg>
      </pc:sldChg>
      <pc:sldChg chg="addSp delSp modSp">
        <pc:chgData name="Kha Nguyen" userId="93c14a2d4ab7d767" providerId="Windows Live" clId="Web-{A676DC47-0F70-4A01-9DB6-E56B38D9170F}" dt="2021-01-31T19:04:01.392" v="58"/>
        <pc:sldMkLst>
          <pc:docMk/>
          <pc:sldMk cId="1092983923" sldId="258"/>
        </pc:sldMkLst>
        <pc:spChg chg="mod">
          <ac:chgData name="Kha Nguyen" userId="93c14a2d4ab7d767" providerId="Windows Live" clId="Web-{A676DC47-0F70-4A01-9DB6-E56B38D9170F}" dt="2021-01-31T19:04:01.392" v="58"/>
          <ac:spMkLst>
            <pc:docMk/>
            <pc:sldMk cId="1092983923" sldId="258"/>
            <ac:spMk id="2" creationId="{DC0699BA-5AA0-4E6F-AF18-0180C0328CD6}"/>
          </ac:spMkLst>
        </pc:spChg>
        <pc:spChg chg="del">
          <ac:chgData name="Kha Nguyen" userId="93c14a2d4ab7d767" providerId="Windows Live" clId="Web-{A676DC47-0F70-4A01-9DB6-E56B38D9170F}" dt="2021-01-31T19:04:01.392" v="58"/>
          <ac:spMkLst>
            <pc:docMk/>
            <pc:sldMk cId="1092983923" sldId="258"/>
            <ac:spMk id="9" creationId="{D4771268-CB57-404A-9271-370EB28F6090}"/>
          </ac:spMkLst>
        </pc:spChg>
        <pc:spChg chg="add">
          <ac:chgData name="Kha Nguyen" userId="93c14a2d4ab7d767" providerId="Windows Live" clId="Web-{A676DC47-0F70-4A01-9DB6-E56B38D9170F}" dt="2021-01-31T19:04:01.392" v="58"/>
          <ac:spMkLst>
            <pc:docMk/>
            <pc:sldMk cId="1092983923" sldId="258"/>
            <ac:spMk id="14" creationId="{D12DDE76-C203-4047-9998-63900085B5E8}"/>
          </ac:spMkLst>
        </pc:spChg>
        <pc:picChg chg="mod">
          <ac:chgData name="Kha Nguyen" userId="93c14a2d4ab7d767" providerId="Windows Live" clId="Web-{A676DC47-0F70-4A01-9DB6-E56B38D9170F}" dt="2021-01-31T19:04:01.392" v="58"/>
          <ac:picMkLst>
            <pc:docMk/>
            <pc:sldMk cId="1092983923" sldId="258"/>
            <ac:picMk id="4" creationId="{C1F2F23E-9B87-4723-BA3F-8C41445D1972}"/>
          </ac:picMkLst>
        </pc:picChg>
      </pc:sldChg>
      <pc:sldChg chg="addSp modSp mod setBg">
        <pc:chgData name="Kha Nguyen" userId="93c14a2d4ab7d767" providerId="Windows Live" clId="Web-{A676DC47-0F70-4A01-9DB6-E56B38D9170F}" dt="2021-01-31T18:41:35.404" v="1"/>
        <pc:sldMkLst>
          <pc:docMk/>
          <pc:sldMk cId="1571324531" sldId="259"/>
        </pc:sldMkLst>
        <pc:spChg chg="mo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2" creationId="{5ABDCFFD-6DAA-4067-8232-66D82851BDD0}"/>
          </ac:spMkLst>
        </pc:spChg>
        <pc:spChg chg="mo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3" creationId="{A16F18E5-4B04-4424-9AF5-2BA257E63709}"/>
          </ac:spMkLst>
        </pc:spChg>
        <pc:spChg chg="ad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19" creationId="{09588DA8-065E-4F6F-8EFD-43104AB2E0CF}"/>
          </ac:spMkLst>
        </pc:spChg>
        <pc:spChg chg="ad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21" creationId="{C4285719-470E-454C-AF62-8323075F1F5B}"/>
          </ac:spMkLst>
        </pc:spChg>
        <pc:spChg chg="ad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22" creationId="{CD9FE4EF-C4D8-49A0-B2FF-81D8DB7D8A24}"/>
          </ac:spMkLst>
        </pc:spChg>
        <pc:spChg chg="ad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23" creationId="{4300840D-0A0B-4512-BACA-B439D5B9C57C}"/>
          </ac:spMkLst>
        </pc:spChg>
        <pc:spChg chg="ad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24" creationId="{D2B78728-A580-49A7-84F9-6EF6F583ADE0}"/>
          </ac:spMkLst>
        </pc:spChg>
        <pc:spChg chg="ad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25" creationId="{38FAA1A1-D861-433F-88FA-1E9D6FD31D11}"/>
          </ac:spMkLst>
        </pc:spChg>
        <pc:spChg chg="add">
          <ac:chgData name="Kha Nguyen" userId="93c14a2d4ab7d767" providerId="Windows Live" clId="Web-{A676DC47-0F70-4A01-9DB6-E56B38D9170F}" dt="2021-01-31T18:41:35.404" v="1"/>
          <ac:spMkLst>
            <pc:docMk/>
            <pc:sldMk cId="1571324531" sldId="259"/>
            <ac:spMk id="26" creationId="{8D71EDA1-87BF-4D5D-AB79-F346FD19278A}"/>
          </ac:spMkLst>
        </pc:spChg>
      </pc:sldChg>
      <pc:sldChg chg="addSp delSp modSp">
        <pc:chgData name="Kha Nguyen" userId="93c14a2d4ab7d767" providerId="Windows Live" clId="Web-{A676DC47-0F70-4A01-9DB6-E56B38D9170F}" dt="2021-01-31T19:07:43.439" v="72" actId="20577"/>
        <pc:sldMkLst>
          <pc:docMk/>
          <pc:sldMk cId="1579292607" sldId="260"/>
        </pc:sldMkLst>
        <pc:spChg chg="mod">
          <ac:chgData name="Kha Nguyen" userId="93c14a2d4ab7d767" providerId="Windows Live" clId="Web-{A676DC47-0F70-4A01-9DB6-E56B38D9170F}" dt="2021-01-31T18:44:10.904" v="5"/>
          <ac:spMkLst>
            <pc:docMk/>
            <pc:sldMk cId="1579292607" sldId="260"/>
            <ac:spMk id="2" creationId="{C7C6B1DB-1392-44D9-9FAD-E2B2EC2D0A22}"/>
          </ac:spMkLst>
        </pc:spChg>
        <pc:spChg chg="del">
          <ac:chgData name="Kha Nguyen" userId="93c14a2d4ab7d767" providerId="Windows Live" clId="Web-{A676DC47-0F70-4A01-9DB6-E56B38D9170F}" dt="2021-01-31T18:44:10.904" v="5"/>
          <ac:spMkLst>
            <pc:docMk/>
            <pc:sldMk cId="1579292607" sldId="260"/>
            <ac:spMk id="9" creationId="{2E442304-DDBD-4F7B-8017-36BCC863FB40}"/>
          </ac:spMkLst>
        </pc:spChg>
        <pc:spChg chg="del">
          <ac:chgData name="Kha Nguyen" userId="93c14a2d4ab7d767" providerId="Windows Live" clId="Web-{A676DC47-0F70-4A01-9DB6-E56B38D9170F}" dt="2021-01-31T18:44:10.904" v="5"/>
          <ac:spMkLst>
            <pc:docMk/>
            <pc:sldMk cId="1579292607" sldId="260"/>
            <ac:spMk id="11" creationId="{5E107275-3853-46FD-A241-DE4355A42675}"/>
          </ac:spMkLst>
        </pc:spChg>
        <pc:spChg chg="add">
          <ac:chgData name="Kha Nguyen" userId="93c14a2d4ab7d767" providerId="Windows Live" clId="Web-{A676DC47-0F70-4A01-9DB6-E56B38D9170F}" dt="2021-01-31T18:44:10.904" v="5"/>
          <ac:spMkLst>
            <pc:docMk/>
            <pc:sldMk cId="1579292607" sldId="260"/>
            <ac:spMk id="16" creationId="{BACC6370-2D7E-4714-9D71-7542949D7D5D}"/>
          </ac:spMkLst>
        </pc:spChg>
        <pc:spChg chg="add">
          <ac:chgData name="Kha Nguyen" userId="93c14a2d4ab7d767" providerId="Windows Live" clId="Web-{A676DC47-0F70-4A01-9DB6-E56B38D9170F}" dt="2021-01-31T18:44:10.904" v="5"/>
          <ac:spMkLst>
            <pc:docMk/>
            <pc:sldMk cId="1579292607" sldId="260"/>
            <ac:spMk id="18" creationId="{F68B3F68-107C-434F-AA38-110D5EA91B85}"/>
          </ac:spMkLst>
        </pc:spChg>
        <pc:spChg chg="add">
          <ac:chgData name="Kha Nguyen" userId="93c14a2d4ab7d767" providerId="Windows Live" clId="Web-{A676DC47-0F70-4A01-9DB6-E56B38D9170F}" dt="2021-01-31T18:44:10.904" v="5"/>
          <ac:spMkLst>
            <pc:docMk/>
            <pc:sldMk cId="1579292607" sldId="260"/>
            <ac:spMk id="20" creationId="{AAD0DBB9-1A4B-4391-81D4-CB19F9AB918A}"/>
          </ac:spMkLst>
        </pc:spChg>
        <pc:spChg chg="add">
          <ac:chgData name="Kha Nguyen" userId="93c14a2d4ab7d767" providerId="Windows Live" clId="Web-{A676DC47-0F70-4A01-9DB6-E56B38D9170F}" dt="2021-01-31T18:44:10.904" v="5"/>
          <ac:spMkLst>
            <pc:docMk/>
            <pc:sldMk cId="1579292607" sldId="260"/>
            <ac:spMk id="22" creationId="{063BBA22-50EA-4C4D-BE05-F1CE4E63AA56}"/>
          </ac:spMkLst>
        </pc:spChg>
        <pc:graphicFrameChg chg="mod modGraphic">
          <ac:chgData name="Kha Nguyen" userId="93c14a2d4ab7d767" providerId="Windows Live" clId="Web-{A676DC47-0F70-4A01-9DB6-E56B38D9170F}" dt="2021-01-31T19:07:43.439" v="72" actId="20577"/>
          <ac:graphicFrameMkLst>
            <pc:docMk/>
            <pc:sldMk cId="1579292607" sldId="260"/>
            <ac:graphicFrameMk id="5" creationId="{62BC7CDB-CB43-4EB5-9FCE-A7743B4EBC7A}"/>
          </ac:graphicFrameMkLst>
        </pc:graphicFrameChg>
      </pc:sldChg>
      <pc:sldChg chg="addSp modSp mod setBg">
        <pc:chgData name="Kha Nguyen" userId="93c14a2d4ab7d767" providerId="Windows Live" clId="Web-{A676DC47-0F70-4A01-9DB6-E56B38D9170F}" dt="2021-01-31T19:02:29.204" v="56" actId="20577"/>
        <pc:sldMkLst>
          <pc:docMk/>
          <pc:sldMk cId="757553644" sldId="261"/>
        </pc:sldMkLst>
        <pc:spChg chg="mod">
          <ac:chgData name="Kha Nguyen" userId="93c14a2d4ab7d767" providerId="Windows Live" clId="Web-{A676DC47-0F70-4A01-9DB6-E56B38D9170F}" dt="2021-01-31T18:42:22.841" v="2"/>
          <ac:spMkLst>
            <pc:docMk/>
            <pc:sldMk cId="757553644" sldId="261"/>
            <ac:spMk id="2" creationId="{2F965B62-03B8-4292-B836-E39E14E4A889}"/>
          </ac:spMkLst>
        </pc:spChg>
        <pc:spChg chg="mod">
          <ac:chgData name="Kha Nguyen" userId="93c14a2d4ab7d767" providerId="Windows Live" clId="Web-{A676DC47-0F70-4A01-9DB6-E56B38D9170F}" dt="2021-01-31T19:02:29.204" v="56" actId="20577"/>
          <ac:spMkLst>
            <pc:docMk/>
            <pc:sldMk cId="757553644" sldId="261"/>
            <ac:spMk id="3" creationId="{DA3D02B3-44DB-4A95-AE3C-A05B0C6A11EC}"/>
          </ac:spMkLst>
        </pc:spChg>
        <pc:spChg chg="add">
          <ac:chgData name="Kha Nguyen" userId="93c14a2d4ab7d767" providerId="Windows Live" clId="Web-{A676DC47-0F70-4A01-9DB6-E56B38D9170F}" dt="2021-01-31T18:42:22.841" v="2"/>
          <ac:spMkLst>
            <pc:docMk/>
            <pc:sldMk cId="757553644" sldId="261"/>
            <ac:spMk id="8" creationId="{09588DA8-065E-4F6F-8EFD-43104AB2E0CF}"/>
          </ac:spMkLst>
        </pc:spChg>
        <pc:spChg chg="add">
          <ac:chgData name="Kha Nguyen" userId="93c14a2d4ab7d767" providerId="Windows Live" clId="Web-{A676DC47-0F70-4A01-9DB6-E56B38D9170F}" dt="2021-01-31T18:42:22.841" v="2"/>
          <ac:spMkLst>
            <pc:docMk/>
            <pc:sldMk cId="757553644" sldId="261"/>
            <ac:spMk id="10" creationId="{C4285719-470E-454C-AF62-8323075F1F5B}"/>
          </ac:spMkLst>
        </pc:spChg>
        <pc:spChg chg="add">
          <ac:chgData name="Kha Nguyen" userId="93c14a2d4ab7d767" providerId="Windows Live" clId="Web-{A676DC47-0F70-4A01-9DB6-E56B38D9170F}" dt="2021-01-31T18:42:22.841" v="2"/>
          <ac:spMkLst>
            <pc:docMk/>
            <pc:sldMk cId="757553644" sldId="261"/>
            <ac:spMk id="12" creationId="{CD9FE4EF-C4D8-49A0-B2FF-81D8DB7D8A24}"/>
          </ac:spMkLst>
        </pc:spChg>
        <pc:spChg chg="add">
          <ac:chgData name="Kha Nguyen" userId="93c14a2d4ab7d767" providerId="Windows Live" clId="Web-{A676DC47-0F70-4A01-9DB6-E56B38D9170F}" dt="2021-01-31T18:42:22.841" v="2"/>
          <ac:spMkLst>
            <pc:docMk/>
            <pc:sldMk cId="757553644" sldId="261"/>
            <ac:spMk id="14" creationId="{4300840D-0A0B-4512-BACA-B439D5B9C57C}"/>
          </ac:spMkLst>
        </pc:spChg>
        <pc:spChg chg="add">
          <ac:chgData name="Kha Nguyen" userId="93c14a2d4ab7d767" providerId="Windows Live" clId="Web-{A676DC47-0F70-4A01-9DB6-E56B38D9170F}" dt="2021-01-31T18:42:22.841" v="2"/>
          <ac:spMkLst>
            <pc:docMk/>
            <pc:sldMk cId="757553644" sldId="261"/>
            <ac:spMk id="16" creationId="{D2B78728-A580-49A7-84F9-6EF6F583ADE0}"/>
          </ac:spMkLst>
        </pc:spChg>
        <pc:spChg chg="add">
          <ac:chgData name="Kha Nguyen" userId="93c14a2d4ab7d767" providerId="Windows Live" clId="Web-{A676DC47-0F70-4A01-9DB6-E56B38D9170F}" dt="2021-01-31T18:42:22.841" v="2"/>
          <ac:spMkLst>
            <pc:docMk/>
            <pc:sldMk cId="757553644" sldId="261"/>
            <ac:spMk id="18" creationId="{38FAA1A1-D861-433F-88FA-1E9D6FD31D11}"/>
          </ac:spMkLst>
        </pc:spChg>
        <pc:spChg chg="add">
          <ac:chgData name="Kha Nguyen" userId="93c14a2d4ab7d767" providerId="Windows Live" clId="Web-{A676DC47-0F70-4A01-9DB6-E56B38D9170F}" dt="2021-01-31T18:42:22.841" v="2"/>
          <ac:spMkLst>
            <pc:docMk/>
            <pc:sldMk cId="757553644" sldId="261"/>
            <ac:spMk id="20" creationId="{8D71EDA1-87BF-4D5D-AB79-F346FD19278A}"/>
          </ac:spMkLst>
        </pc:spChg>
      </pc:sldChg>
      <pc:sldChg chg="addSp modSp mod setBg">
        <pc:chgData name="Kha Nguyen" userId="93c14a2d4ab7d767" providerId="Windows Live" clId="Web-{A676DC47-0F70-4A01-9DB6-E56B38D9170F}" dt="2021-01-31T18:43:17.107" v="3"/>
        <pc:sldMkLst>
          <pc:docMk/>
          <pc:sldMk cId="815159007" sldId="262"/>
        </pc:sldMkLst>
        <pc:spChg chg="mo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2" creationId="{FC1F17CF-261F-4EE8-92FA-96F8EF524D12}"/>
          </ac:spMkLst>
        </pc:spChg>
        <pc:spChg chg="mo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3" creationId="{6C84C6D7-9426-426D-844A-B4E77A66F18F}"/>
          </ac:spMkLst>
        </pc:spChg>
        <pc:spChg chg="ad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8" creationId="{09588DA8-065E-4F6F-8EFD-43104AB2E0CF}"/>
          </ac:spMkLst>
        </pc:spChg>
        <pc:spChg chg="ad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10" creationId="{C4285719-470E-454C-AF62-8323075F1F5B}"/>
          </ac:spMkLst>
        </pc:spChg>
        <pc:spChg chg="ad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12" creationId="{CD9FE4EF-C4D8-49A0-B2FF-81D8DB7D8A24}"/>
          </ac:spMkLst>
        </pc:spChg>
        <pc:spChg chg="ad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14" creationId="{4300840D-0A0B-4512-BACA-B439D5B9C57C}"/>
          </ac:spMkLst>
        </pc:spChg>
        <pc:spChg chg="ad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16" creationId="{D2B78728-A580-49A7-84F9-6EF6F583ADE0}"/>
          </ac:spMkLst>
        </pc:spChg>
        <pc:spChg chg="ad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18" creationId="{38FAA1A1-D861-433F-88FA-1E9D6FD31D11}"/>
          </ac:spMkLst>
        </pc:spChg>
        <pc:spChg chg="add">
          <ac:chgData name="Kha Nguyen" userId="93c14a2d4ab7d767" providerId="Windows Live" clId="Web-{A676DC47-0F70-4A01-9DB6-E56B38D9170F}" dt="2021-01-31T18:43:17.107" v="3"/>
          <ac:spMkLst>
            <pc:docMk/>
            <pc:sldMk cId="815159007" sldId="262"/>
            <ac:spMk id="20" creationId="{8D71EDA1-87BF-4D5D-AB79-F346FD19278A}"/>
          </ac:spMkLst>
        </pc:spChg>
      </pc:sldChg>
      <pc:sldChg chg="addSp delSp modSp mod setBg addAnim delAnim modAnim">
        <pc:chgData name="Kha Nguyen" userId="93c14a2d4ab7d767" providerId="Windows Live" clId="Web-{A676DC47-0F70-4A01-9DB6-E56B38D9170F}" dt="2021-01-31T18:57:44.187" v="31"/>
        <pc:sldMkLst>
          <pc:docMk/>
          <pc:sldMk cId="1948152119" sldId="263"/>
        </pc:sldMkLst>
        <pc:spChg chg="mod">
          <ac:chgData name="Kha Nguyen" userId="93c14a2d4ab7d767" providerId="Windows Live" clId="Web-{A676DC47-0F70-4A01-9DB6-E56B38D9170F}" dt="2021-01-31T18:57:28.250" v="29" actId="20577"/>
          <ac:spMkLst>
            <pc:docMk/>
            <pc:sldMk cId="1948152119" sldId="263"/>
            <ac:spMk id="2" creationId="{FBE00154-F8D0-4AD6-9DD4-FA027242C07A}"/>
          </ac:spMkLst>
        </pc:spChg>
        <pc:spChg chg="mod">
          <ac:chgData name="Kha Nguyen" userId="93c14a2d4ab7d767" providerId="Windows Live" clId="Web-{A676DC47-0F70-4A01-9DB6-E56B38D9170F}" dt="2021-01-31T18:57:29.328" v="30" actId="20577"/>
          <ac:spMkLst>
            <pc:docMk/>
            <pc:sldMk cId="1948152119" sldId="263"/>
            <ac:spMk id="3" creationId="{6A2AA766-DB55-4174-AD89-649B5176FAD8}"/>
          </ac:spMkLst>
        </pc:spChg>
        <pc:spChg chg="add del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8" creationId="{09588DA8-065E-4F6F-8EFD-43104AB2E0CF}"/>
          </ac:spMkLst>
        </pc:spChg>
        <pc:spChg chg="add del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10" creationId="{C4285719-470E-454C-AF62-8323075F1F5B}"/>
          </ac:spMkLst>
        </pc:spChg>
        <pc:spChg chg="add del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12" creationId="{CD9FE4EF-C4D8-49A0-B2FF-81D8DB7D8A24}"/>
          </ac:spMkLst>
        </pc:spChg>
        <pc:spChg chg="add del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14" creationId="{4300840D-0A0B-4512-BACA-B439D5B9C57C}"/>
          </ac:spMkLst>
        </pc:spChg>
        <pc:spChg chg="add del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16" creationId="{D2B78728-A580-49A7-84F9-6EF6F583ADE0}"/>
          </ac:spMkLst>
        </pc:spChg>
        <pc:spChg chg="add del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18" creationId="{38FAA1A1-D861-433F-88FA-1E9D6FD31D11}"/>
          </ac:spMkLst>
        </pc:spChg>
        <pc:spChg chg="add del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20" creationId="{8D71EDA1-87BF-4D5D-AB79-F346FD19278A}"/>
          </ac:spMkLst>
        </pc:spChg>
        <pc:spChg chg="add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25" creationId="{577D6B2E-37A3-429E-A37C-F30ED6487282}"/>
          </ac:spMkLst>
        </pc:spChg>
        <pc:spChg chg="add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27" creationId="{5CEAD642-85CF-4750-8432-7C80C901F001}"/>
          </ac:spMkLst>
        </pc:spChg>
        <pc:spChg chg="add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29" creationId="{FA33EEAE-15D5-4119-8C1E-89D943F911EF}"/>
          </ac:spMkLst>
        </pc:spChg>
        <pc:spChg chg="add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31" creationId="{730D8B3B-9B80-4025-B934-26DC7D7CD231}"/>
          </ac:spMkLst>
        </pc:spChg>
        <pc:spChg chg="add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33" creationId="{1064D5D5-227B-4F66-9AEA-46F570E793BD}"/>
          </ac:spMkLst>
        </pc:spChg>
        <pc:spChg chg="add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35" creationId="{646B67A4-D328-4747-A82B-65E84FA46368}"/>
          </ac:spMkLst>
        </pc:spChg>
        <pc:spChg chg="add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37" creationId="{B5A1B09C-1565-46F8-B70F-621C5EB48A09}"/>
          </ac:spMkLst>
        </pc:spChg>
        <pc:spChg chg="add">
          <ac:chgData name="Kha Nguyen" userId="93c14a2d4ab7d767" providerId="Windows Live" clId="Web-{A676DC47-0F70-4A01-9DB6-E56B38D9170F}" dt="2021-01-31T18:56:54.719" v="18"/>
          <ac:spMkLst>
            <pc:docMk/>
            <pc:sldMk cId="1948152119" sldId="263"/>
            <ac:spMk id="39" creationId="{8C516CC8-80AC-446C-A56E-9F54B7210402}"/>
          </ac:spMkLst>
        </pc:spChg>
      </pc:sldChg>
    </pc:docChg>
  </pc:docChgLst>
  <pc:docChgLst>
    <pc:chgData name="Kha Nguyen" userId="93c14a2d4ab7d767" providerId="Windows Live" clId="Web-{91EAAC5F-BFCD-4041-927B-EE77DEC19415}"/>
    <pc:docChg chg="addSld modSld sldOrd">
      <pc:chgData name="Kha Nguyen" userId="93c14a2d4ab7d767" providerId="Windows Live" clId="Web-{91EAAC5F-BFCD-4041-927B-EE77DEC19415}" dt="2021-01-31T18:33:34.034" v="315"/>
      <pc:docMkLst>
        <pc:docMk/>
      </pc:docMkLst>
      <pc:sldChg chg="addSp modSp mod setBg addAnim delAnim modAnim">
        <pc:chgData name="Kha Nguyen" userId="93c14a2d4ab7d767" providerId="Windows Live" clId="Web-{91EAAC5F-BFCD-4041-927B-EE77DEC19415}" dt="2021-01-31T18:09:25.223" v="135" actId="20577"/>
        <pc:sldMkLst>
          <pc:docMk/>
          <pc:sldMk cId="109857222" sldId="256"/>
        </pc:sldMkLst>
        <pc:spChg chg="mod">
          <ac:chgData name="Kha Nguyen" userId="93c14a2d4ab7d767" providerId="Windows Live" clId="Web-{91EAAC5F-BFCD-4041-927B-EE77DEC19415}" dt="2021-01-31T18:08:34.208" v="124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Kha Nguyen" userId="93c14a2d4ab7d767" providerId="Windows Live" clId="Web-{91EAAC5F-BFCD-4041-927B-EE77DEC19415}" dt="2021-01-31T18:09:25.223" v="135" actId="20577"/>
          <ac:spMkLst>
            <pc:docMk/>
            <pc:sldMk cId="109857222" sldId="256"/>
            <ac:spMk id="3" creationId="{00000000-0000-0000-0000-000000000000}"/>
          </ac:spMkLst>
        </pc:spChg>
        <pc:spChg chg="add">
          <ac:chgData name="Kha Nguyen" userId="93c14a2d4ab7d767" providerId="Windows Live" clId="Web-{91EAAC5F-BFCD-4041-927B-EE77DEC19415}" dt="2021-01-31T18:02:13.509" v="73"/>
          <ac:spMkLst>
            <pc:docMk/>
            <pc:sldMk cId="109857222" sldId="256"/>
            <ac:spMk id="8" creationId="{23962611-DFD5-4092-AAFD-559E3DFCE2C9}"/>
          </ac:spMkLst>
        </pc:spChg>
        <pc:picChg chg="add">
          <ac:chgData name="Kha Nguyen" userId="93c14a2d4ab7d767" providerId="Windows Live" clId="Web-{91EAAC5F-BFCD-4041-927B-EE77DEC19415}" dt="2021-01-31T18:02:13.509" v="73"/>
          <ac:picMkLst>
            <pc:docMk/>
            <pc:sldMk cId="109857222" sldId="256"/>
            <ac:picMk id="10" creationId="{2270F1FA-0425-408F-9861-80BF5AFB276D}"/>
          </ac:picMkLst>
        </pc:picChg>
      </pc:sldChg>
      <pc:sldChg chg="addSp delSp modSp new mod setBg">
        <pc:chgData name="Kha Nguyen" userId="93c14a2d4ab7d767" providerId="Windows Live" clId="Web-{91EAAC5F-BFCD-4041-927B-EE77DEC19415}" dt="2021-01-31T18:01:24.853" v="72"/>
        <pc:sldMkLst>
          <pc:docMk/>
          <pc:sldMk cId="2253255528" sldId="257"/>
        </pc:sldMkLst>
        <pc:spChg chg="mod">
          <ac:chgData name="Kha Nguyen" userId="93c14a2d4ab7d767" providerId="Windows Live" clId="Web-{91EAAC5F-BFCD-4041-927B-EE77DEC19415}" dt="2021-01-31T18:01:24.853" v="72"/>
          <ac:spMkLst>
            <pc:docMk/>
            <pc:sldMk cId="2253255528" sldId="257"/>
            <ac:spMk id="2" creationId="{212CBD5D-CAC9-49B7-B8A2-E4534A49D88C}"/>
          </ac:spMkLst>
        </pc:spChg>
        <pc:spChg chg="del">
          <ac:chgData name="Kha Nguyen" userId="93c14a2d4ab7d767" providerId="Windows Live" clId="Web-{91EAAC5F-BFCD-4041-927B-EE77DEC19415}" dt="2021-01-31T18:00:21.650" v="64"/>
          <ac:spMkLst>
            <pc:docMk/>
            <pc:sldMk cId="2253255528" sldId="257"/>
            <ac:spMk id="3" creationId="{08E87629-E74D-4DDD-9D61-700C53F6FC09}"/>
          </ac:spMkLst>
        </pc:spChg>
        <pc:spChg chg="add">
          <ac:chgData name="Kha Nguyen" userId="93c14a2d4ab7d767" providerId="Windows Live" clId="Web-{91EAAC5F-BFCD-4041-927B-EE77DEC19415}" dt="2021-01-31T18:01:24.853" v="72"/>
          <ac:spMkLst>
            <pc:docMk/>
            <pc:sldMk cId="2253255528" sldId="257"/>
            <ac:spMk id="9" creationId="{D4771268-CB57-404A-9271-370EB28F6090}"/>
          </ac:spMkLst>
        </pc:spChg>
        <pc:picChg chg="add mod">
          <ac:chgData name="Kha Nguyen" userId="93c14a2d4ab7d767" providerId="Windows Live" clId="Web-{91EAAC5F-BFCD-4041-927B-EE77DEC19415}" dt="2021-01-31T18:01:24.853" v="72"/>
          <ac:picMkLst>
            <pc:docMk/>
            <pc:sldMk cId="2253255528" sldId="257"/>
            <ac:picMk id="4" creationId="{3B987803-02F6-43A7-9E3A-C24D7A0D3AE3}"/>
          </ac:picMkLst>
        </pc:picChg>
      </pc:sldChg>
      <pc:sldChg chg="addSp delSp modSp new mod setBg">
        <pc:chgData name="Kha Nguyen" userId="93c14a2d4ab7d767" providerId="Windows Live" clId="Web-{91EAAC5F-BFCD-4041-927B-EE77DEC19415}" dt="2021-01-31T18:06:39.694" v="103"/>
        <pc:sldMkLst>
          <pc:docMk/>
          <pc:sldMk cId="1092983923" sldId="258"/>
        </pc:sldMkLst>
        <pc:spChg chg="mod">
          <ac:chgData name="Kha Nguyen" userId="93c14a2d4ab7d767" providerId="Windows Live" clId="Web-{91EAAC5F-BFCD-4041-927B-EE77DEC19415}" dt="2021-01-31T18:06:39.694" v="103"/>
          <ac:spMkLst>
            <pc:docMk/>
            <pc:sldMk cId="1092983923" sldId="258"/>
            <ac:spMk id="2" creationId="{DC0699BA-5AA0-4E6F-AF18-0180C0328CD6}"/>
          </ac:spMkLst>
        </pc:spChg>
        <pc:spChg chg="del">
          <ac:chgData name="Kha Nguyen" userId="93c14a2d4ab7d767" providerId="Windows Live" clId="Web-{91EAAC5F-BFCD-4041-927B-EE77DEC19415}" dt="2021-01-31T18:06:27.241" v="98"/>
          <ac:spMkLst>
            <pc:docMk/>
            <pc:sldMk cId="1092983923" sldId="258"/>
            <ac:spMk id="3" creationId="{67A416CA-DF16-48A1-A559-24D903317234}"/>
          </ac:spMkLst>
        </pc:spChg>
        <pc:spChg chg="add">
          <ac:chgData name="Kha Nguyen" userId="93c14a2d4ab7d767" providerId="Windows Live" clId="Web-{91EAAC5F-BFCD-4041-927B-EE77DEC19415}" dt="2021-01-31T18:06:39.694" v="103"/>
          <ac:spMkLst>
            <pc:docMk/>
            <pc:sldMk cId="1092983923" sldId="258"/>
            <ac:spMk id="9" creationId="{D4771268-CB57-404A-9271-370EB28F6090}"/>
          </ac:spMkLst>
        </pc:spChg>
        <pc:picChg chg="add mod">
          <ac:chgData name="Kha Nguyen" userId="93c14a2d4ab7d767" providerId="Windows Live" clId="Web-{91EAAC5F-BFCD-4041-927B-EE77DEC19415}" dt="2021-01-31T18:06:39.694" v="103"/>
          <ac:picMkLst>
            <pc:docMk/>
            <pc:sldMk cId="1092983923" sldId="258"/>
            <ac:picMk id="4" creationId="{C1F2F23E-9B87-4723-BA3F-8C41445D1972}"/>
          </ac:picMkLst>
        </pc:picChg>
      </pc:sldChg>
      <pc:sldChg chg="addSp delSp modSp new mod ord setBg addAnim delAnim">
        <pc:chgData name="Kha Nguyen" userId="93c14a2d4ab7d767" providerId="Windows Live" clId="Web-{91EAAC5F-BFCD-4041-927B-EE77DEC19415}" dt="2021-01-31T18:27:49.474" v="271"/>
        <pc:sldMkLst>
          <pc:docMk/>
          <pc:sldMk cId="1571324531" sldId="259"/>
        </pc:sldMkLst>
        <pc:spChg chg="mod">
          <ac:chgData name="Kha Nguyen" userId="93c14a2d4ab7d767" providerId="Windows Live" clId="Web-{91EAAC5F-BFCD-4041-927B-EE77DEC19415}" dt="2021-01-31T18:12:54.494" v="150"/>
          <ac:spMkLst>
            <pc:docMk/>
            <pc:sldMk cId="1571324531" sldId="259"/>
            <ac:spMk id="2" creationId="{5ABDCFFD-6DAA-4067-8232-66D82851BDD0}"/>
          </ac:spMkLst>
        </pc:spChg>
        <pc:spChg chg="mod">
          <ac:chgData name="Kha Nguyen" userId="93c14a2d4ab7d767" providerId="Windows Live" clId="Web-{91EAAC5F-BFCD-4041-927B-EE77DEC19415}" dt="2021-01-31T18:24:27.882" v="245" actId="20577"/>
          <ac:spMkLst>
            <pc:docMk/>
            <pc:sldMk cId="1571324531" sldId="259"/>
            <ac:spMk id="3" creationId="{A16F18E5-4B04-4424-9AF5-2BA257E63709}"/>
          </ac:spMkLst>
        </pc:spChg>
        <pc:spChg chg="add del">
          <ac:chgData name="Kha Nguyen" userId="93c14a2d4ab7d767" providerId="Windows Live" clId="Web-{91EAAC5F-BFCD-4041-927B-EE77DEC19415}" dt="2021-01-31T18:11:26.363" v="148"/>
          <ac:spMkLst>
            <pc:docMk/>
            <pc:sldMk cId="1571324531" sldId="259"/>
            <ac:spMk id="5" creationId="{B26EE4FD-480F-42A5-9FEB-DA630457CFB7}"/>
          </ac:spMkLst>
        </pc:spChg>
        <pc:spChg chg="add del">
          <ac:chgData name="Kha Nguyen" userId="93c14a2d4ab7d767" providerId="Windows Live" clId="Web-{91EAAC5F-BFCD-4041-927B-EE77DEC19415}" dt="2021-01-31T18:11:26.363" v="148"/>
          <ac:spMkLst>
            <pc:docMk/>
            <pc:sldMk cId="1571324531" sldId="259"/>
            <ac:spMk id="6" creationId="{A187062F-BE14-42FC-B06A-607DB23849C3}"/>
          </ac:spMkLst>
        </pc:spChg>
        <pc:spChg chg="add del">
          <ac:chgData name="Kha Nguyen" userId="93c14a2d4ab7d767" providerId="Windows Live" clId="Web-{91EAAC5F-BFCD-4041-927B-EE77DEC19415}" dt="2021-01-31T18:11:26.363" v="148"/>
          <ac:spMkLst>
            <pc:docMk/>
            <pc:sldMk cId="1571324531" sldId="259"/>
            <ac:spMk id="7" creationId="{731FE21B-2A45-4BF5-8B03-E12341988774}"/>
          </ac:spMkLst>
        </pc:spChg>
        <pc:spChg chg="add del">
          <ac:chgData name="Kha Nguyen" userId="93c14a2d4ab7d767" providerId="Windows Live" clId="Web-{91EAAC5F-BFCD-4041-927B-EE77DEC19415}" dt="2021-01-31T18:11:20.629" v="146"/>
          <ac:spMkLst>
            <pc:docMk/>
            <pc:sldMk cId="1571324531" sldId="259"/>
            <ac:spMk id="8" creationId="{01C9CC24-B375-4226-BF2B-61FADBBA696A}"/>
          </ac:spMkLst>
        </pc:spChg>
        <pc:spChg chg="add del">
          <ac:chgData name="Kha Nguyen" userId="93c14a2d4ab7d767" providerId="Windows Live" clId="Web-{91EAAC5F-BFCD-4041-927B-EE77DEC19415}" dt="2021-01-31T18:12:54.494" v="150"/>
          <ac:spMkLst>
            <pc:docMk/>
            <pc:sldMk cId="1571324531" sldId="259"/>
            <ac:spMk id="9" creationId="{09588DA8-065E-4F6F-8EFD-43104AB2E0CF}"/>
          </ac:spMkLst>
        </pc:spChg>
        <pc:spChg chg="add del">
          <ac:chgData name="Kha Nguyen" userId="93c14a2d4ab7d767" providerId="Windows Live" clId="Web-{91EAAC5F-BFCD-4041-927B-EE77DEC19415}" dt="2021-01-31T18:11:20.629" v="146"/>
          <ac:spMkLst>
            <pc:docMk/>
            <pc:sldMk cId="1571324531" sldId="259"/>
            <ac:spMk id="10" creationId="{CD70A28E-4FD8-4474-A206-E15B5EBB303F}"/>
          </ac:spMkLst>
        </pc:spChg>
        <pc:spChg chg="add del">
          <ac:chgData name="Kha Nguyen" userId="93c14a2d4ab7d767" providerId="Windows Live" clId="Web-{91EAAC5F-BFCD-4041-927B-EE77DEC19415}" dt="2021-01-31T18:12:54.494" v="150"/>
          <ac:spMkLst>
            <pc:docMk/>
            <pc:sldMk cId="1571324531" sldId="259"/>
            <ac:spMk id="11" creationId="{C4285719-470E-454C-AF62-8323075F1F5B}"/>
          </ac:spMkLst>
        </pc:spChg>
        <pc:spChg chg="add del">
          <ac:chgData name="Kha Nguyen" userId="93c14a2d4ab7d767" providerId="Windows Live" clId="Web-{91EAAC5F-BFCD-4041-927B-EE77DEC19415}" dt="2021-01-31T18:12:54.494" v="150"/>
          <ac:spMkLst>
            <pc:docMk/>
            <pc:sldMk cId="1571324531" sldId="259"/>
            <ac:spMk id="13" creationId="{CD9FE4EF-C4D8-49A0-B2FF-81D8DB7D8A24}"/>
          </ac:spMkLst>
        </pc:spChg>
        <pc:spChg chg="add del">
          <ac:chgData name="Kha Nguyen" userId="93c14a2d4ab7d767" providerId="Windows Live" clId="Web-{91EAAC5F-BFCD-4041-927B-EE77DEC19415}" dt="2021-01-31T18:11:26.363" v="148"/>
          <ac:spMkLst>
            <pc:docMk/>
            <pc:sldMk cId="1571324531" sldId="259"/>
            <ac:spMk id="14" creationId="{2DC5A94D-79ED-48F5-9DC5-96CBB507CEC8}"/>
          </ac:spMkLst>
        </pc:spChg>
        <pc:spChg chg="add del">
          <ac:chgData name="Kha Nguyen" userId="93c14a2d4ab7d767" providerId="Windows Live" clId="Web-{91EAAC5F-BFCD-4041-927B-EE77DEC19415}" dt="2021-01-31T18:12:54.494" v="150"/>
          <ac:spMkLst>
            <pc:docMk/>
            <pc:sldMk cId="1571324531" sldId="259"/>
            <ac:spMk id="15" creationId="{4300840D-0A0B-4512-BACA-B439D5B9C57C}"/>
          </ac:spMkLst>
        </pc:spChg>
        <pc:spChg chg="add del">
          <ac:chgData name="Kha Nguyen" userId="93c14a2d4ab7d767" providerId="Windows Live" clId="Web-{91EAAC5F-BFCD-4041-927B-EE77DEC19415}" dt="2021-01-31T18:11:26.363" v="148"/>
          <ac:spMkLst>
            <pc:docMk/>
            <pc:sldMk cId="1571324531" sldId="259"/>
            <ac:spMk id="16" creationId="{93A3D4BE-AF25-4F9A-9C29-1145CCE24A28}"/>
          </ac:spMkLst>
        </pc:spChg>
        <pc:spChg chg="add del">
          <ac:chgData name="Kha Nguyen" userId="93c14a2d4ab7d767" providerId="Windows Live" clId="Web-{91EAAC5F-BFCD-4041-927B-EE77DEC19415}" dt="2021-01-31T18:12:54.494" v="150"/>
          <ac:spMkLst>
            <pc:docMk/>
            <pc:sldMk cId="1571324531" sldId="259"/>
            <ac:spMk id="17" creationId="{D2B78728-A580-49A7-84F9-6EF6F583ADE0}"/>
          </ac:spMkLst>
        </pc:spChg>
        <pc:spChg chg="add del">
          <ac:chgData name="Kha Nguyen" userId="93c14a2d4ab7d767" providerId="Windows Live" clId="Web-{91EAAC5F-BFCD-4041-927B-EE77DEC19415}" dt="2021-01-31T18:12:54.494" v="150"/>
          <ac:spMkLst>
            <pc:docMk/>
            <pc:sldMk cId="1571324531" sldId="259"/>
            <ac:spMk id="18" creationId="{38FAA1A1-D861-433F-88FA-1E9D6FD31D11}"/>
          </ac:spMkLst>
        </pc:spChg>
        <pc:spChg chg="add del">
          <ac:chgData name="Kha Nguyen" userId="93c14a2d4ab7d767" providerId="Windows Live" clId="Web-{91EAAC5F-BFCD-4041-927B-EE77DEC19415}" dt="2021-01-31T18:12:54.494" v="150"/>
          <ac:spMkLst>
            <pc:docMk/>
            <pc:sldMk cId="1571324531" sldId="259"/>
            <ac:spMk id="20" creationId="{8D71EDA1-87BF-4D5D-AB79-F346FD19278A}"/>
          </ac:spMkLst>
        </pc:spChg>
        <pc:picChg chg="add del">
          <ac:chgData name="Kha Nguyen" userId="93c14a2d4ab7d767" providerId="Windows Live" clId="Web-{91EAAC5F-BFCD-4041-927B-EE77DEC19415}" dt="2021-01-31T18:11:20.629" v="146"/>
          <ac:picMkLst>
            <pc:docMk/>
            <pc:sldMk cId="1571324531" sldId="259"/>
            <ac:picMk id="12" creationId="{39647E21-5366-4638-AC97-D8CD4111EB57}"/>
          </ac:picMkLst>
        </pc:picChg>
      </pc:sldChg>
      <pc:sldChg chg="addSp delSp modSp new mod ord setBg">
        <pc:chgData name="Kha Nguyen" userId="93c14a2d4ab7d767" providerId="Windows Live" clId="Web-{91EAAC5F-BFCD-4041-927B-EE77DEC19415}" dt="2021-01-31T18:20:11.100" v="233"/>
        <pc:sldMkLst>
          <pc:docMk/>
          <pc:sldMk cId="1579292607" sldId="260"/>
        </pc:sldMkLst>
        <pc:spChg chg="mod">
          <ac:chgData name="Kha Nguyen" userId="93c14a2d4ab7d767" providerId="Windows Live" clId="Web-{91EAAC5F-BFCD-4041-927B-EE77DEC19415}" dt="2021-01-31T18:18:27.945" v="224"/>
          <ac:spMkLst>
            <pc:docMk/>
            <pc:sldMk cId="1579292607" sldId="260"/>
            <ac:spMk id="2" creationId="{C7C6B1DB-1392-44D9-9FAD-E2B2EC2D0A22}"/>
          </ac:spMkLst>
        </pc:spChg>
        <pc:spChg chg="del mod">
          <ac:chgData name="Kha Nguyen" userId="93c14a2d4ab7d767" providerId="Windows Live" clId="Web-{91EAAC5F-BFCD-4041-927B-EE77DEC19415}" dt="2021-01-31T18:18:27.945" v="224"/>
          <ac:spMkLst>
            <pc:docMk/>
            <pc:sldMk cId="1579292607" sldId="260"/>
            <ac:spMk id="3" creationId="{7B3EB8CB-E2FE-4428-8354-B95FA4413324}"/>
          </ac:spMkLst>
        </pc:spChg>
        <pc:spChg chg="add">
          <ac:chgData name="Kha Nguyen" userId="93c14a2d4ab7d767" providerId="Windows Live" clId="Web-{91EAAC5F-BFCD-4041-927B-EE77DEC19415}" dt="2021-01-31T18:18:27.945" v="224"/>
          <ac:spMkLst>
            <pc:docMk/>
            <pc:sldMk cId="1579292607" sldId="260"/>
            <ac:spMk id="9" creationId="{2E442304-DDBD-4F7B-8017-36BCC863FB40}"/>
          </ac:spMkLst>
        </pc:spChg>
        <pc:spChg chg="add">
          <ac:chgData name="Kha Nguyen" userId="93c14a2d4ab7d767" providerId="Windows Live" clId="Web-{91EAAC5F-BFCD-4041-927B-EE77DEC19415}" dt="2021-01-31T18:18:27.945" v="224"/>
          <ac:spMkLst>
            <pc:docMk/>
            <pc:sldMk cId="1579292607" sldId="260"/>
            <ac:spMk id="11" creationId="{5E107275-3853-46FD-A241-DE4355A42675}"/>
          </ac:spMkLst>
        </pc:spChg>
        <pc:graphicFrameChg chg="add mod modGraphic">
          <ac:chgData name="Kha Nguyen" userId="93c14a2d4ab7d767" providerId="Windows Live" clId="Web-{91EAAC5F-BFCD-4041-927B-EE77DEC19415}" dt="2021-01-31T18:19:44.569" v="232" actId="20577"/>
          <ac:graphicFrameMkLst>
            <pc:docMk/>
            <pc:sldMk cId="1579292607" sldId="260"/>
            <ac:graphicFrameMk id="5" creationId="{62BC7CDB-CB43-4EB5-9FCE-A7743B4EBC7A}"/>
          </ac:graphicFrameMkLst>
        </pc:graphicFrameChg>
      </pc:sldChg>
      <pc:sldChg chg="modSp new ord">
        <pc:chgData name="Kha Nguyen" userId="93c14a2d4ab7d767" providerId="Windows Live" clId="Web-{91EAAC5F-BFCD-4041-927B-EE77DEC19415}" dt="2021-01-31T18:27:41.568" v="270"/>
        <pc:sldMkLst>
          <pc:docMk/>
          <pc:sldMk cId="757553644" sldId="261"/>
        </pc:sldMkLst>
        <pc:spChg chg="mod">
          <ac:chgData name="Kha Nguyen" userId="93c14a2d4ab7d767" providerId="Windows Live" clId="Web-{91EAAC5F-BFCD-4041-927B-EE77DEC19415}" dt="2021-01-31T18:25:44.632" v="248" actId="20577"/>
          <ac:spMkLst>
            <pc:docMk/>
            <pc:sldMk cId="757553644" sldId="261"/>
            <ac:spMk id="2" creationId="{2F965B62-03B8-4292-B836-E39E14E4A889}"/>
          </ac:spMkLst>
        </pc:spChg>
        <pc:spChg chg="mod">
          <ac:chgData name="Kha Nguyen" userId="93c14a2d4ab7d767" providerId="Windows Live" clId="Web-{91EAAC5F-BFCD-4041-927B-EE77DEC19415}" dt="2021-01-31T18:27:13.771" v="268" actId="20577"/>
          <ac:spMkLst>
            <pc:docMk/>
            <pc:sldMk cId="757553644" sldId="261"/>
            <ac:spMk id="3" creationId="{DA3D02B3-44DB-4A95-AE3C-A05B0C6A11EC}"/>
          </ac:spMkLst>
        </pc:spChg>
      </pc:sldChg>
      <pc:sldChg chg="modSp new ord">
        <pc:chgData name="Kha Nguyen" userId="93c14a2d4ab7d767" providerId="Windows Live" clId="Web-{91EAAC5F-BFCD-4041-927B-EE77DEC19415}" dt="2021-01-31T18:33:34.034" v="315"/>
        <pc:sldMkLst>
          <pc:docMk/>
          <pc:sldMk cId="815159007" sldId="262"/>
        </pc:sldMkLst>
        <pc:spChg chg="mod">
          <ac:chgData name="Kha Nguyen" userId="93c14a2d4ab7d767" providerId="Windows Live" clId="Web-{91EAAC5F-BFCD-4041-927B-EE77DEC19415}" dt="2021-01-31T18:29:37.598" v="273" actId="20577"/>
          <ac:spMkLst>
            <pc:docMk/>
            <pc:sldMk cId="815159007" sldId="262"/>
            <ac:spMk id="2" creationId="{FC1F17CF-261F-4EE8-92FA-96F8EF524D12}"/>
          </ac:spMkLst>
        </pc:spChg>
        <pc:spChg chg="mod">
          <ac:chgData name="Kha Nguyen" userId="93c14a2d4ab7d767" providerId="Windows Live" clId="Web-{91EAAC5F-BFCD-4041-927B-EE77DEC19415}" dt="2021-01-31T18:32:57.268" v="313" actId="20577"/>
          <ac:spMkLst>
            <pc:docMk/>
            <pc:sldMk cId="815159007" sldId="262"/>
            <ac:spMk id="3" creationId="{6C84C6D7-9426-426D-844A-B4E77A66F18F}"/>
          </ac:spMkLst>
        </pc:spChg>
      </pc:sldChg>
      <pc:sldChg chg="new">
        <pc:chgData name="Kha Nguyen" userId="93c14a2d4ab7d767" providerId="Windows Live" clId="Web-{91EAAC5F-BFCD-4041-927B-EE77DEC19415}" dt="2021-01-31T18:33:26.893" v="314"/>
        <pc:sldMkLst>
          <pc:docMk/>
          <pc:sldMk cId="1948152119" sldId="263"/>
        </pc:sldMkLst>
      </pc:sldChg>
    </pc:docChg>
  </pc:docChgLst>
  <pc:docChgLst>
    <pc:chgData name="Kha Nguyen" userId="93c14a2d4ab7d767" providerId="Windows Live" clId="Web-{FEB309E8-BEDD-47A6-9566-3DBAEDB54DB0}"/>
    <pc:docChg chg="modSld">
      <pc:chgData name="Kha Nguyen" userId="93c14a2d4ab7d767" providerId="Windows Live" clId="Web-{FEB309E8-BEDD-47A6-9566-3DBAEDB54DB0}" dt="2021-02-01T19:12:24.294" v="44" actId="14100"/>
      <pc:docMkLst>
        <pc:docMk/>
      </pc:docMkLst>
      <pc:sldChg chg="addSp delSp modSp">
        <pc:chgData name="Kha Nguyen" userId="93c14a2d4ab7d767" providerId="Windows Live" clId="Web-{FEB309E8-BEDD-47A6-9566-3DBAEDB54DB0}" dt="2021-02-01T19:12:24.294" v="44" actId="14100"/>
        <pc:sldMkLst>
          <pc:docMk/>
          <pc:sldMk cId="2253255528" sldId="257"/>
        </pc:sldMkLst>
        <pc:picChg chg="add mod">
          <ac:chgData name="Kha Nguyen" userId="93c14a2d4ab7d767" providerId="Windows Live" clId="Web-{FEB309E8-BEDD-47A6-9566-3DBAEDB54DB0}" dt="2021-02-01T19:12:24.294" v="44" actId="14100"/>
          <ac:picMkLst>
            <pc:docMk/>
            <pc:sldMk cId="2253255528" sldId="257"/>
            <ac:picMk id="3" creationId="{492EFE7D-60AB-4B50-8F88-3507A4009155}"/>
          </ac:picMkLst>
        </pc:picChg>
        <pc:picChg chg="del">
          <ac:chgData name="Kha Nguyen" userId="93c14a2d4ab7d767" providerId="Windows Live" clId="Web-{FEB309E8-BEDD-47A6-9566-3DBAEDB54DB0}" dt="2021-02-01T19:12:06.184" v="38"/>
          <ac:picMkLst>
            <pc:docMk/>
            <pc:sldMk cId="2253255528" sldId="257"/>
            <ac:picMk id="4" creationId="{3B987803-02F6-43A7-9E3A-C24D7A0D3AE3}"/>
          </ac:picMkLst>
        </pc:picChg>
      </pc:sldChg>
      <pc:sldChg chg="modSp">
        <pc:chgData name="Kha Nguyen" userId="93c14a2d4ab7d767" providerId="Windows Live" clId="Web-{FEB309E8-BEDD-47A6-9566-3DBAEDB54DB0}" dt="2021-01-31T22:02:31.006" v="37" actId="20577"/>
        <pc:sldMkLst>
          <pc:docMk/>
          <pc:sldMk cId="757553644" sldId="261"/>
        </pc:sldMkLst>
        <pc:spChg chg="mod">
          <ac:chgData name="Kha Nguyen" userId="93c14a2d4ab7d767" providerId="Windows Live" clId="Web-{FEB309E8-BEDD-47A6-9566-3DBAEDB54DB0}" dt="2021-01-31T22:02:31.006" v="37" actId="20577"/>
          <ac:spMkLst>
            <pc:docMk/>
            <pc:sldMk cId="757553644" sldId="261"/>
            <ac:spMk id="3" creationId="{DA3D02B3-44DB-4A95-AE3C-A05B0C6A11EC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0400EF6-D0DB-4E91-8128-6900B677602F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99B270E-D5CA-4E79-A822-6417328EFFB0}">
      <dgm:prSet/>
      <dgm:spPr/>
      <dgm:t>
        <a:bodyPr/>
        <a:lstStyle/>
        <a:p>
          <a:pPr rtl="0"/>
          <a:r>
            <a:rPr lang="en-US" b="1" dirty="0"/>
            <a:t>Start zookeeper server</a:t>
          </a:r>
          <a:r>
            <a:rPr lang="en-US" b="1" dirty="0">
              <a:latin typeface="Calibri Light" panose="020F0302020204030204"/>
            </a:rPr>
            <a:t>:</a:t>
          </a:r>
          <a:r>
            <a:rPr lang="en-US" dirty="0">
              <a:latin typeface="Calibri Light" panose="020F0302020204030204"/>
            </a:rPr>
            <a:t>bin/zookeeper-server-start</a:t>
          </a:r>
          <a:r>
            <a:rPr lang="en-US" dirty="0"/>
            <a:t>.sh config/zookeeper.properties</a:t>
          </a:r>
          <a:endParaRPr lang="en-US" b="0" dirty="0">
            <a:latin typeface="Calibri Light" panose="020F0302020204030204"/>
          </a:endParaRPr>
        </a:p>
      </dgm:t>
    </dgm:pt>
    <dgm:pt modelId="{9AC182C8-75AB-452E-A4CA-A7AF16402A92}" type="parTrans" cxnId="{84C862FB-ADD8-4117-97C6-83BEA655D0B9}">
      <dgm:prSet/>
      <dgm:spPr/>
      <dgm:t>
        <a:bodyPr/>
        <a:lstStyle/>
        <a:p>
          <a:endParaRPr lang="en-US"/>
        </a:p>
      </dgm:t>
    </dgm:pt>
    <dgm:pt modelId="{26AA0080-C190-4D41-BC80-D08C10E8D2D9}" type="sibTrans" cxnId="{84C862FB-ADD8-4117-97C6-83BEA655D0B9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E6C85C50-4028-48B9-83B3-CE04475EE53A}">
      <dgm:prSet/>
      <dgm:spPr/>
      <dgm:t>
        <a:bodyPr/>
        <a:lstStyle/>
        <a:p>
          <a:r>
            <a:rPr lang="en-US" b="1" dirty="0"/>
            <a:t>Start </a:t>
          </a:r>
          <a:r>
            <a:rPr lang="en-US" b="1" dirty="0" err="1"/>
            <a:t>kafka</a:t>
          </a:r>
          <a:r>
            <a:rPr lang="en-US" b="1" dirty="0"/>
            <a:t> </a:t>
          </a:r>
          <a:r>
            <a:rPr lang="en-US" b="1" dirty="0" err="1"/>
            <a:t>server:</a:t>
          </a:r>
          <a:r>
            <a:rPr lang="en-US" dirty="0" err="1"/>
            <a:t>bin</a:t>
          </a:r>
          <a:r>
            <a:rPr lang="en-US" dirty="0"/>
            <a:t>/kafka-server-start.sh  config/</a:t>
          </a:r>
          <a:r>
            <a:rPr lang="en-US" dirty="0" err="1"/>
            <a:t>server.properties</a:t>
          </a:r>
          <a:endParaRPr lang="en-US" dirty="0"/>
        </a:p>
      </dgm:t>
    </dgm:pt>
    <dgm:pt modelId="{5DFD39B8-CE19-4293-A3DE-DB3709B6B3AB}" type="parTrans" cxnId="{38E3EBE0-3AA4-4FCE-B379-32673EBD7ECE}">
      <dgm:prSet/>
      <dgm:spPr/>
      <dgm:t>
        <a:bodyPr/>
        <a:lstStyle/>
        <a:p>
          <a:endParaRPr lang="en-US"/>
        </a:p>
      </dgm:t>
    </dgm:pt>
    <dgm:pt modelId="{233A8C23-4D38-458F-A836-F7ECE94911F6}" type="sibTrans" cxnId="{38E3EBE0-3AA4-4FCE-B379-32673EBD7ECE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D774C2CF-E0A5-4A4E-AAA3-74BD9E4EEE23}">
      <dgm:prSet/>
      <dgm:spPr/>
      <dgm:t>
        <a:bodyPr/>
        <a:lstStyle/>
        <a:p>
          <a:pPr rtl="0"/>
          <a:r>
            <a:rPr lang="en-US" b="1" dirty="0"/>
            <a:t>Create topic:</a:t>
          </a:r>
          <a:r>
            <a:rPr lang="en-US" dirty="0">
              <a:latin typeface="Calibri Light" panose="020F0302020204030204"/>
            </a:rPr>
            <a:t> </a:t>
          </a:r>
          <a:r>
            <a:rPr lang="en-US" dirty="0"/>
            <a:t>bin/kafka-topics.sh --create --zookeeper localhost:2181 --replication-factor 1 --partitions 1 --topic </a:t>
          </a:r>
          <a:r>
            <a:rPr lang="en-US" dirty="0" err="1"/>
            <a:t>livestocks</a:t>
          </a:r>
          <a:endParaRPr lang="en-US" dirty="0"/>
        </a:p>
      </dgm:t>
    </dgm:pt>
    <dgm:pt modelId="{575F1C1C-972B-4E03-A2B9-2124E37CF86B}" type="parTrans" cxnId="{6BF1987A-DB6F-45AC-A385-34C054D37D00}">
      <dgm:prSet/>
      <dgm:spPr/>
      <dgm:t>
        <a:bodyPr/>
        <a:lstStyle/>
        <a:p>
          <a:endParaRPr lang="en-US"/>
        </a:p>
      </dgm:t>
    </dgm:pt>
    <dgm:pt modelId="{03C9D49E-5AE1-485C-B3DF-C305E5A3F8C5}" type="sibTrans" cxnId="{6BF1987A-DB6F-45AC-A385-34C054D37D00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EB6D2EE0-1778-4E25-B126-3A6453EFBFF4}" type="pres">
      <dgm:prSet presAssocID="{50400EF6-D0DB-4E91-8128-6900B677602F}" presName="Name0" presStyleCnt="0">
        <dgm:presLayoutVars>
          <dgm:animLvl val="lvl"/>
          <dgm:resizeHandles val="exact"/>
        </dgm:presLayoutVars>
      </dgm:prSet>
      <dgm:spPr/>
    </dgm:pt>
    <dgm:pt modelId="{8CFE6D95-C58A-4FC7-BB16-F9F90C4AE569}" type="pres">
      <dgm:prSet presAssocID="{A99B270E-D5CA-4E79-A822-6417328EFFB0}" presName="compositeNode" presStyleCnt="0">
        <dgm:presLayoutVars>
          <dgm:bulletEnabled val="1"/>
        </dgm:presLayoutVars>
      </dgm:prSet>
      <dgm:spPr/>
    </dgm:pt>
    <dgm:pt modelId="{A584DCEB-A9D5-466B-B438-E8C1549A9B3C}" type="pres">
      <dgm:prSet presAssocID="{A99B270E-D5CA-4E79-A822-6417328EFFB0}" presName="bgRect" presStyleLbl="bgAccFollowNode1" presStyleIdx="0" presStyleCnt="3"/>
      <dgm:spPr/>
    </dgm:pt>
    <dgm:pt modelId="{80B4333A-228E-4786-897D-3C5BA06F6D27}" type="pres">
      <dgm:prSet presAssocID="{26AA0080-C190-4D41-BC80-D08C10E8D2D9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1D96470C-8A82-4E12-B021-E8F9A28F57E8}" type="pres">
      <dgm:prSet presAssocID="{A99B270E-D5CA-4E79-A822-6417328EFFB0}" presName="bottomLine" presStyleLbl="alignNode1" presStyleIdx="1" presStyleCnt="6">
        <dgm:presLayoutVars/>
      </dgm:prSet>
      <dgm:spPr/>
    </dgm:pt>
    <dgm:pt modelId="{7645C3EF-0CB1-430C-9661-0A5EC98DC9F3}" type="pres">
      <dgm:prSet presAssocID="{A99B270E-D5CA-4E79-A822-6417328EFFB0}" presName="nodeText" presStyleLbl="bgAccFollowNode1" presStyleIdx="0" presStyleCnt="3">
        <dgm:presLayoutVars>
          <dgm:bulletEnabled val="1"/>
        </dgm:presLayoutVars>
      </dgm:prSet>
      <dgm:spPr/>
    </dgm:pt>
    <dgm:pt modelId="{80A1E6B3-2DF7-482B-96B1-30193F4661D6}" type="pres">
      <dgm:prSet presAssocID="{26AA0080-C190-4D41-BC80-D08C10E8D2D9}" presName="sibTrans" presStyleCnt="0"/>
      <dgm:spPr/>
    </dgm:pt>
    <dgm:pt modelId="{943F947B-43F3-45F1-A7FB-F9B27A900D3F}" type="pres">
      <dgm:prSet presAssocID="{E6C85C50-4028-48B9-83B3-CE04475EE53A}" presName="compositeNode" presStyleCnt="0">
        <dgm:presLayoutVars>
          <dgm:bulletEnabled val="1"/>
        </dgm:presLayoutVars>
      </dgm:prSet>
      <dgm:spPr/>
    </dgm:pt>
    <dgm:pt modelId="{680FCF4A-B959-4D36-AD50-B5BEC9CAB610}" type="pres">
      <dgm:prSet presAssocID="{E6C85C50-4028-48B9-83B3-CE04475EE53A}" presName="bgRect" presStyleLbl="bgAccFollowNode1" presStyleIdx="1" presStyleCnt="3"/>
      <dgm:spPr/>
    </dgm:pt>
    <dgm:pt modelId="{7FAD2022-BEFC-460C-9058-7D6158F29F36}" type="pres">
      <dgm:prSet presAssocID="{233A8C23-4D38-458F-A836-F7ECE94911F6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7BDCE7AA-1011-4739-ACBE-6D8C9139FAC0}" type="pres">
      <dgm:prSet presAssocID="{E6C85C50-4028-48B9-83B3-CE04475EE53A}" presName="bottomLine" presStyleLbl="alignNode1" presStyleIdx="3" presStyleCnt="6">
        <dgm:presLayoutVars/>
      </dgm:prSet>
      <dgm:spPr/>
    </dgm:pt>
    <dgm:pt modelId="{DF798EEB-CCBC-418E-B199-662F0253FD6F}" type="pres">
      <dgm:prSet presAssocID="{E6C85C50-4028-48B9-83B3-CE04475EE53A}" presName="nodeText" presStyleLbl="bgAccFollowNode1" presStyleIdx="1" presStyleCnt="3">
        <dgm:presLayoutVars>
          <dgm:bulletEnabled val="1"/>
        </dgm:presLayoutVars>
      </dgm:prSet>
      <dgm:spPr/>
    </dgm:pt>
    <dgm:pt modelId="{4777DB78-B21E-4797-9947-0AEB350D68E3}" type="pres">
      <dgm:prSet presAssocID="{233A8C23-4D38-458F-A836-F7ECE94911F6}" presName="sibTrans" presStyleCnt="0"/>
      <dgm:spPr/>
    </dgm:pt>
    <dgm:pt modelId="{55522113-2632-449F-A8C4-FFFA72E183C1}" type="pres">
      <dgm:prSet presAssocID="{D774C2CF-E0A5-4A4E-AAA3-74BD9E4EEE23}" presName="compositeNode" presStyleCnt="0">
        <dgm:presLayoutVars>
          <dgm:bulletEnabled val="1"/>
        </dgm:presLayoutVars>
      </dgm:prSet>
      <dgm:spPr/>
    </dgm:pt>
    <dgm:pt modelId="{4D881AA7-688A-4990-8F2D-1EFE1656C307}" type="pres">
      <dgm:prSet presAssocID="{D774C2CF-E0A5-4A4E-AAA3-74BD9E4EEE23}" presName="bgRect" presStyleLbl="bgAccFollowNode1" presStyleIdx="2" presStyleCnt="3"/>
      <dgm:spPr/>
    </dgm:pt>
    <dgm:pt modelId="{722D2A99-188F-4351-9F25-1908A2E33621}" type="pres">
      <dgm:prSet presAssocID="{03C9D49E-5AE1-485C-B3DF-C305E5A3F8C5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EE965182-D616-4071-8288-6727014D8503}" type="pres">
      <dgm:prSet presAssocID="{D774C2CF-E0A5-4A4E-AAA3-74BD9E4EEE23}" presName="bottomLine" presStyleLbl="alignNode1" presStyleIdx="5" presStyleCnt="6">
        <dgm:presLayoutVars/>
      </dgm:prSet>
      <dgm:spPr/>
    </dgm:pt>
    <dgm:pt modelId="{B756B01F-25C6-4BF7-9CB8-64DB002457B0}" type="pres">
      <dgm:prSet presAssocID="{D774C2CF-E0A5-4A4E-AAA3-74BD9E4EEE23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38519D17-C37C-417D-9E16-E97181832848}" type="presOf" srcId="{03C9D49E-5AE1-485C-B3DF-C305E5A3F8C5}" destId="{722D2A99-188F-4351-9F25-1908A2E33621}" srcOrd="0" destOrd="0" presId="urn:microsoft.com/office/officeart/2016/7/layout/BasicLinearProcessNumbered"/>
    <dgm:cxn modelId="{99A79F64-7A65-4456-A101-D168E19E5930}" type="presOf" srcId="{D774C2CF-E0A5-4A4E-AAA3-74BD9E4EEE23}" destId="{4D881AA7-688A-4990-8F2D-1EFE1656C307}" srcOrd="0" destOrd="0" presId="urn:microsoft.com/office/officeart/2016/7/layout/BasicLinearProcessNumbered"/>
    <dgm:cxn modelId="{1E416D47-E017-483A-B8F1-2DC6F39EFFD6}" type="presOf" srcId="{E6C85C50-4028-48B9-83B3-CE04475EE53A}" destId="{DF798EEB-CCBC-418E-B199-662F0253FD6F}" srcOrd="1" destOrd="0" presId="urn:microsoft.com/office/officeart/2016/7/layout/BasicLinearProcessNumbered"/>
    <dgm:cxn modelId="{2C8B8C69-74F5-44FA-9685-75FA5DBE90D6}" type="presOf" srcId="{50400EF6-D0DB-4E91-8128-6900B677602F}" destId="{EB6D2EE0-1778-4E25-B126-3A6453EFBFF4}" srcOrd="0" destOrd="0" presId="urn:microsoft.com/office/officeart/2016/7/layout/BasicLinearProcessNumbered"/>
    <dgm:cxn modelId="{6BF1987A-DB6F-45AC-A385-34C054D37D00}" srcId="{50400EF6-D0DB-4E91-8128-6900B677602F}" destId="{D774C2CF-E0A5-4A4E-AAA3-74BD9E4EEE23}" srcOrd="2" destOrd="0" parTransId="{575F1C1C-972B-4E03-A2B9-2124E37CF86B}" sibTransId="{03C9D49E-5AE1-485C-B3DF-C305E5A3F8C5}"/>
    <dgm:cxn modelId="{E306C18D-2C25-4968-978E-277960D76350}" type="presOf" srcId="{233A8C23-4D38-458F-A836-F7ECE94911F6}" destId="{7FAD2022-BEFC-460C-9058-7D6158F29F36}" srcOrd="0" destOrd="0" presId="urn:microsoft.com/office/officeart/2016/7/layout/BasicLinearProcessNumbered"/>
    <dgm:cxn modelId="{B3F1A79A-B7BD-40FA-80DC-4810A500E063}" type="presOf" srcId="{E6C85C50-4028-48B9-83B3-CE04475EE53A}" destId="{680FCF4A-B959-4D36-AD50-B5BEC9CAB610}" srcOrd="0" destOrd="0" presId="urn:microsoft.com/office/officeart/2016/7/layout/BasicLinearProcessNumbered"/>
    <dgm:cxn modelId="{C88A32C0-3418-4655-A952-97F8CB6C7CA1}" type="presOf" srcId="{A99B270E-D5CA-4E79-A822-6417328EFFB0}" destId="{7645C3EF-0CB1-430C-9661-0A5EC98DC9F3}" srcOrd="1" destOrd="0" presId="urn:microsoft.com/office/officeart/2016/7/layout/BasicLinearProcessNumbered"/>
    <dgm:cxn modelId="{FB5AF8C0-0187-4430-99AA-CE91792E4D75}" type="presOf" srcId="{D774C2CF-E0A5-4A4E-AAA3-74BD9E4EEE23}" destId="{B756B01F-25C6-4BF7-9CB8-64DB002457B0}" srcOrd="1" destOrd="0" presId="urn:microsoft.com/office/officeart/2016/7/layout/BasicLinearProcessNumbered"/>
    <dgm:cxn modelId="{8383FACE-EC19-45DB-A5DA-1E057283D8FB}" type="presOf" srcId="{A99B270E-D5CA-4E79-A822-6417328EFFB0}" destId="{A584DCEB-A9D5-466B-B438-E8C1549A9B3C}" srcOrd="0" destOrd="0" presId="urn:microsoft.com/office/officeart/2016/7/layout/BasicLinearProcessNumbered"/>
    <dgm:cxn modelId="{38E3EBE0-3AA4-4FCE-B379-32673EBD7ECE}" srcId="{50400EF6-D0DB-4E91-8128-6900B677602F}" destId="{E6C85C50-4028-48B9-83B3-CE04475EE53A}" srcOrd="1" destOrd="0" parTransId="{5DFD39B8-CE19-4293-A3DE-DB3709B6B3AB}" sibTransId="{233A8C23-4D38-458F-A836-F7ECE94911F6}"/>
    <dgm:cxn modelId="{951332F8-669C-4600-9E83-775ADB0E1321}" type="presOf" srcId="{26AA0080-C190-4D41-BC80-D08C10E8D2D9}" destId="{80B4333A-228E-4786-897D-3C5BA06F6D27}" srcOrd="0" destOrd="0" presId="urn:microsoft.com/office/officeart/2016/7/layout/BasicLinearProcessNumbered"/>
    <dgm:cxn modelId="{84C862FB-ADD8-4117-97C6-83BEA655D0B9}" srcId="{50400EF6-D0DB-4E91-8128-6900B677602F}" destId="{A99B270E-D5CA-4E79-A822-6417328EFFB0}" srcOrd="0" destOrd="0" parTransId="{9AC182C8-75AB-452E-A4CA-A7AF16402A92}" sibTransId="{26AA0080-C190-4D41-BC80-D08C10E8D2D9}"/>
    <dgm:cxn modelId="{269E3EFB-D057-4B5E-A632-C726656E3E02}" type="presParOf" srcId="{EB6D2EE0-1778-4E25-B126-3A6453EFBFF4}" destId="{8CFE6D95-C58A-4FC7-BB16-F9F90C4AE569}" srcOrd="0" destOrd="0" presId="urn:microsoft.com/office/officeart/2016/7/layout/BasicLinearProcessNumbered"/>
    <dgm:cxn modelId="{75BD487C-AD89-449E-895C-D75AE1A82B7D}" type="presParOf" srcId="{8CFE6D95-C58A-4FC7-BB16-F9F90C4AE569}" destId="{A584DCEB-A9D5-466B-B438-E8C1549A9B3C}" srcOrd="0" destOrd="0" presId="urn:microsoft.com/office/officeart/2016/7/layout/BasicLinearProcessNumbered"/>
    <dgm:cxn modelId="{456F976B-E68A-4839-9E3F-289B998153C7}" type="presParOf" srcId="{8CFE6D95-C58A-4FC7-BB16-F9F90C4AE569}" destId="{80B4333A-228E-4786-897D-3C5BA06F6D27}" srcOrd="1" destOrd="0" presId="urn:microsoft.com/office/officeart/2016/7/layout/BasicLinearProcessNumbered"/>
    <dgm:cxn modelId="{65141F86-4EE3-41F1-9C68-E94081B6B828}" type="presParOf" srcId="{8CFE6D95-C58A-4FC7-BB16-F9F90C4AE569}" destId="{1D96470C-8A82-4E12-B021-E8F9A28F57E8}" srcOrd="2" destOrd="0" presId="urn:microsoft.com/office/officeart/2016/7/layout/BasicLinearProcessNumbered"/>
    <dgm:cxn modelId="{966587C9-B6FD-47BC-BD7B-8889403370F6}" type="presParOf" srcId="{8CFE6D95-C58A-4FC7-BB16-F9F90C4AE569}" destId="{7645C3EF-0CB1-430C-9661-0A5EC98DC9F3}" srcOrd="3" destOrd="0" presId="urn:microsoft.com/office/officeart/2016/7/layout/BasicLinearProcessNumbered"/>
    <dgm:cxn modelId="{A29F7841-B96F-4711-A7F4-F91F41131AB5}" type="presParOf" srcId="{EB6D2EE0-1778-4E25-B126-3A6453EFBFF4}" destId="{80A1E6B3-2DF7-482B-96B1-30193F4661D6}" srcOrd="1" destOrd="0" presId="urn:microsoft.com/office/officeart/2016/7/layout/BasicLinearProcessNumbered"/>
    <dgm:cxn modelId="{1CA8AFFA-902D-4430-A1FD-2F9F4D2035FF}" type="presParOf" srcId="{EB6D2EE0-1778-4E25-B126-3A6453EFBFF4}" destId="{943F947B-43F3-45F1-A7FB-F9B27A900D3F}" srcOrd="2" destOrd="0" presId="urn:microsoft.com/office/officeart/2016/7/layout/BasicLinearProcessNumbered"/>
    <dgm:cxn modelId="{3C77C2E1-1FA6-4362-B0E0-9697027E8291}" type="presParOf" srcId="{943F947B-43F3-45F1-A7FB-F9B27A900D3F}" destId="{680FCF4A-B959-4D36-AD50-B5BEC9CAB610}" srcOrd="0" destOrd="0" presId="urn:microsoft.com/office/officeart/2016/7/layout/BasicLinearProcessNumbered"/>
    <dgm:cxn modelId="{6429F1CE-21FA-4EEE-B12D-916C3F1D5A05}" type="presParOf" srcId="{943F947B-43F3-45F1-A7FB-F9B27A900D3F}" destId="{7FAD2022-BEFC-460C-9058-7D6158F29F36}" srcOrd="1" destOrd="0" presId="urn:microsoft.com/office/officeart/2016/7/layout/BasicLinearProcessNumbered"/>
    <dgm:cxn modelId="{E174FCDD-401E-4CB9-B9C0-07EC347606A7}" type="presParOf" srcId="{943F947B-43F3-45F1-A7FB-F9B27A900D3F}" destId="{7BDCE7AA-1011-4739-ACBE-6D8C9139FAC0}" srcOrd="2" destOrd="0" presId="urn:microsoft.com/office/officeart/2016/7/layout/BasicLinearProcessNumbered"/>
    <dgm:cxn modelId="{02024E4E-B5E2-4F45-AF95-570AA3B1BA87}" type="presParOf" srcId="{943F947B-43F3-45F1-A7FB-F9B27A900D3F}" destId="{DF798EEB-CCBC-418E-B199-662F0253FD6F}" srcOrd="3" destOrd="0" presId="urn:microsoft.com/office/officeart/2016/7/layout/BasicLinearProcessNumbered"/>
    <dgm:cxn modelId="{1B0F1147-24CD-4D4F-A1EE-0D650D7C01EA}" type="presParOf" srcId="{EB6D2EE0-1778-4E25-B126-3A6453EFBFF4}" destId="{4777DB78-B21E-4797-9947-0AEB350D68E3}" srcOrd="3" destOrd="0" presId="urn:microsoft.com/office/officeart/2016/7/layout/BasicLinearProcessNumbered"/>
    <dgm:cxn modelId="{8013992C-0DC0-4DED-897D-601282621584}" type="presParOf" srcId="{EB6D2EE0-1778-4E25-B126-3A6453EFBFF4}" destId="{55522113-2632-449F-A8C4-FFFA72E183C1}" srcOrd="4" destOrd="0" presId="urn:microsoft.com/office/officeart/2016/7/layout/BasicLinearProcessNumbered"/>
    <dgm:cxn modelId="{BFC19832-0605-4292-969B-CDF4928E3C4B}" type="presParOf" srcId="{55522113-2632-449F-A8C4-FFFA72E183C1}" destId="{4D881AA7-688A-4990-8F2D-1EFE1656C307}" srcOrd="0" destOrd="0" presId="urn:microsoft.com/office/officeart/2016/7/layout/BasicLinearProcessNumbered"/>
    <dgm:cxn modelId="{B0BF54C1-4DD0-4709-B77B-DC0E0423B32C}" type="presParOf" srcId="{55522113-2632-449F-A8C4-FFFA72E183C1}" destId="{722D2A99-188F-4351-9F25-1908A2E33621}" srcOrd="1" destOrd="0" presId="urn:microsoft.com/office/officeart/2016/7/layout/BasicLinearProcessNumbered"/>
    <dgm:cxn modelId="{0D52D788-15B2-47EA-A73E-5E00E494E670}" type="presParOf" srcId="{55522113-2632-449F-A8C4-FFFA72E183C1}" destId="{EE965182-D616-4071-8288-6727014D8503}" srcOrd="2" destOrd="0" presId="urn:microsoft.com/office/officeart/2016/7/layout/BasicLinearProcessNumbered"/>
    <dgm:cxn modelId="{5AB17301-4942-4846-A85E-2CD7002DCF9B}" type="presParOf" srcId="{55522113-2632-449F-A8C4-FFFA72E183C1}" destId="{B756B01F-25C6-4BF7-9CB8-64DB002457B0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584DCEB-A9D5-466B-B438-E8C1549A9B3C}">
      <dsp:nvSpPr>
        <dsp:cNvPr id="0" name=""/>
        <dsp:cNvSpPr/>
      </dsp:nvSpPr>
      <dsp:spPr>
        <a:xfrm>
          <a:off x="0" y="0"/>
          <a:ext cx="3414946" cy="3689405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Start zookeeper server</a:t>
          </a:r>
          <a:r>
            <a:rPr lang="en-US" sz="1700" b="1" kern="1200" dirty="0">
              <a:latin typeface="Calibri Light" panose="020F0302020204030204"/>
            </a:rPr>
            <a:t>:</a:t>
          </a:r>
          <a:r>
            <a:rPr lang="en-US" sz="1700" kern="1200" dirty="0">
              <a:latin typeface="Calibri Light" panose="020F0302020204030204"/>
            </a:rPr>
            <a:t>bin/zookeeper-server-start</a:t>
          </a:r>
          <a:r>
            <a:rPr lang="en-US" sz="1700" kern="1200" dirty="0"/>
            <a:t>.sh config/zookeeper.properties</a:t>
          </a:r>
          <a:endParaRPr lang="en-US" sz="1700" b="0" kern="1200" dirty="0">
            <a:latin typeface="Calibri Light" panose="020F0302020204030204"/>
          </a:endParaRPr>
        </a:p>
      </dsp:txBody>
      <dsp:txXfrm>
        <a:off x="0" y="1401973"/>
        <a:ext cx="3414946" cy="2213643"/>
      </dsp:txXfrm>
    </dsp:sp>
    <dsp:sp modelId="{80B4333A-228E-4786-897D-3C5BA06F6D27}">
      <dsp:nvSpPr>
        <dsp:cNvPr id="0" name=""/>
        <dsp:cNvSpPr/>
      </dsp:nvSpPr>
      <dsp:spPr>
        <a:xfrm>
          <a:off x="1154062" y="368940"/>
          <a:ext cx="1106821" cy="110682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16152" y="531030"/>
        <a:ext cx="782641" cy="782641"/>
      </dsp:txXfrm>
    </dsp:sp>
    <dsp:sp modelId="{1D96470C-8A82-4E12-B021-E8F9A28F57E8}">
      <dsp:nvSpPr>
        <dsp:cNvPr id="0" name=""/>
        <dsp:cNvSpPr/>
      </dsp:nvSpPr>
      <dsp:spPr>
        <a:xfrm>
          <a:off x="0" y="3689333"/>
          <a:ext cx="3414946" cy="72"/>
        </a:xfrm>
        <a:prstGeom prst="rect">
          <a:avLst/>
        </a:prstGeom>
        <a:solidFill>
          <a:schemeClr val="accent5">
            <a:hueOff val="-1351709"/>
            <a:satOff val="-3484"/>
            <a:lumOff val="-2353"/>
            <a:alphaOff val="0"/>
          </a:schemeClr>
        </a:solidFill>
        <a:ln w="12700" cap="flat" cmpd="sng" algn="ctr">
          <a:solidFill>
            <a:schemeClr val="accent5">
              <a:hueOff val="-1351709"/>
              <a:satOff val="-3484"/>
              <a:lumOff val="-23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0FCF4A-B959-4D36-AD50-B5BEC9CAB610}">
      <dsp:nvSpPr>
        <dsp:cNvPr id="0" name=""/>
        <dsp:cNvSpPr/>
      </dsp:nvSpPr>
      <dsp:spPr>
        <a:xfrm>
          <a:off x="3756441" y="0"/>
          <a:ext cx="3414946" cy="3689405"/>
        </a:xfrm>
        <a:prstGeom prst="rect">
          <a:avLst/>
        </a:prstGeom>
        <a:solidFill>
          <a:schemeClr val="accent5">
            <a:tint val="40000"/>
            <a:alpha val="90000"/>
            <a:hueOff val="-3369881"/>
            <a:satOff val="-11416"/>
            <a:lumOff val="-1464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3369881"/>
              <a:satOff val="-11416"/>
              <a:lumOff val="-146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Start </a:t>
          </a:r>
          <a:r>
            <a:rPr lang="en-US" sz="1700" b="1" kern="1200" dirty="0" err="1"/>
            <a:t>kafka</a:t>
          </a:r>
          <a:r>
            <a:rPr lang="en-US" sz="1700" b="1" kern="1200" dirty="0"/>
            <a:t> </a:t>
          </a:r>
          <a:r>
            <a:rPr lang="en-US" sz="1700" b="1" kern="1200" dirty="0" err="1"/>
            <a:t>server:</a:t>
          </a:r>
          <a:r>
            <a:rPr lang="en-US" sz="1700" kern="1200" dirty="0" err="1"/>
            <a:t>bin</a:t>
          </a:r>
          <a:r>
            <a:rPr lang="en-US" sz="1700" kern="1200" dirty="0"/>
            <a:t>/kafka-server-start.sh  config/</a:t>
          </a:r>
          <a:r>
            <a:rPr lang="en-US" sz="1700" kern="1200" dirty="0" err="1"/>
            <a:t>server.properties</a:t>
          </a:r>
          <a:endParaRPr lang="en-US" sz="1700" kern="1200" dirty="0"/>
        </a:p>
      </dsp:txBody>
      <dsp:txXfrm>
        <a:off x="3756441" y="1401973"/>
        <a:ext cx="3414946" cy="2213643"/>
      </dsp:txXfrm>
    </dsp:sp>
    <dsp:sp modelId="{7FAD2022-BEFC-460C-9058-7D6158F29F36}">
      <dsp:nvSpPr>
        <dsp:cNvPr id="0" name=""/>
        <dsp:cNvSpPr/>
      </dsp:nvSpPr>
      <dsp:spPr>
        <a:xfrm>
          <a:off x="4910503" y="368940"/>
          <a:ext cx="1106821" cy="1106821"/>
        </a:xfrm>
        <a:prstGeom prst="ellipse">
          <a:avLst/>
        </a:prstGeom>
        <a:solidFill>
          <a:schemeClr val="accent5">
            <a:hueOff val="-2703417"/>
            <a:satOff val="-6968"/>
            <a:lumOff val="-4706"/>
            <a:alphaOff val="0"/>
          </a:schemeClr>
        </a:solidFill>
        <a:ln w="12700" cap="flat" cmpd="sng" algn="ctr">
          <a:solidFill>
            <a:schemeClr val="accent5">
              <a:hueOff val="-2703417"/>
              <a:satOff val="-6968"/>
              <a:lumOff val="-470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72593" y="531030"/>
        <a:ext cx="782641" cy="782641"/>
      </dsp:txXfrm>
    </dsp:sp>
    <dsp:sp modelId="{7BDCE7AA-1011-4739-ACBE-6D8C9139FAC0}">
      <dsp:nvSpPr>
        <dsp:cNvPr id="0" name=""/>
        <dsp:cNvSpPr/>
      </dsp:nvSpPr>
      <dsp:spPr>
        <a:xfrm>
          <a:off x="3756441" y="3689333"/>
          <a:ext cx="3414946" cy="72"/>
        </a:xfrm>
        <a:prstGeom prst="rect">
          <a:avLst/>
        </a:prstGeom>
        <a:solidFill>
          <a:schemeClr val="accent5">
            <a:hueOff val="-4055126"/>
            <a:satOff val="-10451"/>
            <a:lumOff val="-7059"/>
            <a:alphaOff val="0"/>
          </a:schemeClr>
        </a:solidFill>
        <a:ln w="12700" cap="flat" cmpd="sng" algn="ctr">
          <a:solidFill>
            <a:schemeClr val="accent5">
              <a:hueOff val="-4055126"/>
              <a:satOff val="-10451"/>
              <a:lumOff val="-705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881AA7-688A-4990-8F2D-1EFE1656C307}">
      <dsp:nvSpPr>
        <dsp:cNvPr id="0" name=""/>
        <dsp:cNvSpPr/>
      </dsp:nvSpPr>
      <dsp:spPr>
        <a:xfrm>
          <a:off x="7512882" y="0"/>
          <a:ext cx="3414946" cy="3689405"/>
        </a:xfrm>
        <a:prstGeom prst="rect">
          <a:avLst/>
        </a:prstGeom>
        <a:solidFill>
          <a:schemeClr val="accent5">
            <a:tint val="40000"/>
            <a:alpha val="90000"/>
            <a:hueOff val="-6739762"/>
            <a:satOff val="-22832"/>
            <a:lumOff val="-2928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-6739762"/>
              <a:satOff val="-22832"/>
              <a:lumOff val="-292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Create topic:</a:t>
          </a:r>
          <a:r>
            <a:rPr lang="en-US" sz="1700" kern="1200" dirty="0">
              <a:latin typeface="Calibri Light" panose="020F0302020204030204"/>
            </a:rPr>
            <a:t> </a:t>
          </a:r>
          <a:r>
            <a:rPr lang="en-US" sz="1700" kern="1200" dirty="0"/>
            <a:t>bin/kafka-topics.sh --create --zookeeper localhost:2181 --replication-factor 1 --partitions 1 --topic </a:t>
          </a:r>
          <a:r>
            <a:rPr lang="en-US" sz="1700" kern="1200" dirty="0" err="1"/>
            <a:t>livestocks</a:t>
          </a:r>
          <a:endParaRPr lang="en-US" sz="1700" kern="1200" dirty="0"/>
        </a:p>
      </dsp:txBody>
      <dsp:txXfrm>
        <a:off x="7512882" y="1401973"/>
        <a:ext cx="3414946" cy="2213643"/>
      </dsp:txXfrm>
    </dsp:sp>
    <dsp:sp modelId="{722D2A99-188F-4351-9F25-1908A2E33621}">
      <dsp:nvSpPr>
        <dsp:cNvPr id="0" name=""/>
        <dsp:cNvSpPr/>
      </dsp:nvSpPr>
      <dsp:spPr>
        <a:xfrm>
          <a:off x="8666944" y="368940"/>
          <a:ext cx="1106821" cy="1106821"/>
        </a:xfrm>
        <a:prstGeom prst="ellipse">
          <a:avLst/>
        </a:prstGeom>
        <a:solidFill>
          <a:schemeClr val="accent5">
            <a:hueOff val="-5406834"/>
            <a:satOff val="-13935"/>
            <a:lumOff val="-9412"/>
            <a:alphaOff val="0"/>
          </a:schemeClr>
        </a:solidFill>
        <a:ln w="12700" cap="flat" cmpd="sng" algn="ctr">
          <a:solidFill>
            <a:schemeClr val="accent5">
              <a:hueOff val="-5406834"/>
              <a:satOff val="-13935"/>
              <a:lumOff val="-941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29034" y="531030"/>
        <a:ext cx="782641" cy="782641"/>
      </dsp:txXfrm>
    </dsp:sp>
    <dsp:sp modelId="{EE965182-D616-4071-8288-6727014D8503}">
      <dsp:nvSpPr>
        <dsp:cNvPr id="0" name=""/>
        <dsp:cNvSpPr/>
      </dsp:nvSpPr>
      <dsp:spPr>
        <a:xfrm>
          <a:off x="7512882" y="3689333"/>
          <a:ext cx="3414946" cy="72"/>
        </a:xfrm>
        <a:prstGeom prst="rect">
          <a:avLst/>
        </a:prstGeom>
        <a:solidFill>
          <a:schemeClr val="accent5">
            <a:hueOff val="-6758543"/>
            <a:satOff val="-17419"/>
            <a:lumOff val="-11765"/>
            <a:alphaOff val="0"/>
          </a:schemeClr>
        </a:solidFill>
        <a:ln w="12700" cap="flat" cmpd="sng" algn="ctr">
          <a:solidFill>
            <a:schemeClr val="accent5">
              <a:hueOff val="-6758543"/>
              <a:satOff val="-17419"/>
              <a:lumOff val="-1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2/1/2021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query1.finance.yahoo.com/v7/finance/quote?lang=en-US&amp;region=US&amp;corsDomain=finance.yahoo.com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3962611-DFD5-4092-AAFD-559E3DFCE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5488" y="0"/>
            <a:ext cx="10910292" cy="6858000"/>
          </a:xfrm>
          <a:prstGeom prst="rect">
            <a:avLst/>
          </a:prstGeom>
          <a:gradFill>
            <a:gsLst>
              <a:gs pos="0">
                <a:schemeClr val="accent1">
                  <a:lumMod val="90000"/>
                </a:schemeClr>
              </a:gs>
              <a:gs pos="25000">
                <a:schemeClr val="accent1">
                  <a:lumMod val="90000"/>
                </a:schemeClr>
              </a:gs>
              <a:gs pos="94000">
                <a:schemeClr val="bg2">
                  <a:lumMod val="25000"/>
                </a:schemeClr>
              </a:gs>
              <a:gs pos="100000">
                <a:schemeClr val="bg2">
                  <a:lumMod val="2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270F1FA-0425-408F-9861-80BF5AFB2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5368" y="1767438"/>
            <a:ext cx="6105194" cy="2307280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rgbClr val="FFFFFF"/>
                </a:solidFill>
                <a:cs typeface="Calibri Light"/>
              </a:rPr>
              <a:t>BIGDATA TECHNOLOGY</a:t>
            </a:r>
            <a:br>
              <a:rPr lang="en-US" b="1" dirty="0">
                <a:solidFill>
                  <a:srgbClr val="FFFFFF"/>
                </a:solidFill>
                <a:cs typeface="Calibri Light"/>
              </a:rPr>
            </a:br>
            <a:r>
              <a:rPr lang="en-US" b="1">
                <a:solidFill>
                  <a:srgbClr val="FFFFFF"/>
                </a:solidFill>
                <a:cs typeface="Calibri Light"/>
              </a:rPr>
              <a:t>FINAL PROJECT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5368" y="4074718"/>
            <a:ext cx="6105194" cy="132025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b="1">
                <a:solidFill>
                  <a:srgbClr val="FFFFFF"/>
                </a:solidFill>
                <a:cs typeface="Calibri" panose="020F0502020204030204"/>
              </a:rPr>
              <a:t>Students: </a:t>
            </a:r>
            <a:endParaRPr lang="en-US"/>
          </a:p>
          <a:p>
            <a:r>
              <a:rPr lang="en-US" sz="1400" b="1">
                <a:solidFill>
                  <a:srgbClr val="FFFFFF"/>
                </a:solidFill>
                <a:cs typeface="Calibri" panose="020F0502020204030204"/>
              </a:rPr>
              <a:t>Duong Kha Nguyen</a:t>
            </a:r>
            <a:endParaRPr lang="en-US"/>
          </a:p>
          <a:p>
            <a:r>
              <a:rPr lang="en-US" sz="1400" b="1">
                <a:solidFill>
                  <a:srgbClr val="FFFFFF"/>
                </a:solidFill>
                <a:cs typeface="Calibri" panose="020F0502020204030204"/>
              </a:rPr>
              <a:t>Duc Phuoc Doan</a:t>
            </a:r>
          </a:p>
          <a:p>
            <a:r>
              <a:rPr lang="en-US" sz="1400" b="1">
                <a:solidFill>
                  <a:srgbClr val="FFFFFF"/>
                </a:solidFill>
                <a:cs typeface="Calibri" panose="020F0502020204030204"/>
              </a:rPr>
              <a:t>Duy Hanh Nguyen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7477B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CBD5D-CAC9-49B7-B8A2-E4534A49D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APPLICATION ARCHITECTURE</a:t>
            </a:r>
          </a:p>
        </p:txBody>
      </p:sp>
      <p:pic>
        <p:nvPicPr>
          <p:cNvPr id="3" name="Picture 4" descr="Diagram&#10;&#10;Description automatically generated">
            <a:extLst>
              <a:ext uri="{FF2B5EF4-FFF2-40B4-BE49-F238E27FC236}">
                <a16:creationId xmlns:a16="http://schemas.microsoft.com/office/drawing/2014/main" id="{492EFE7D-60AB-4B50-8F88-3507A40091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665" y="1009157"/>
            <a:ext cx="7875915" cy="541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255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lowchart: Document 13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0699BA-5AA0-4E6F-AF18-0180C0328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Apache Kafka</a:t>
            </a:r>
          </a:p>
        </p:txBody>
      </p:sp>
      <p:pic>
        <p:nvPicPr>
          <p:cNvPr id="4" name="Picture 4" descr="Diagram&#10;&#10;Description automatically generated">
            <a:extLst>
              <a:ext uri="{FF2B5EF4-FFF2-40B4-BE49-F238E27FC236}">
                <a16:creationId xmlns:a16="http://schemas.microsoft.com/office/drawing/2014/main" id="{C1F2F23E-9B87-4723-BA3F-8C41445D1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7933" y="1601788"/>
            <a:ext cx="7347537" cy="365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83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6B1DB-1392-44D9-9FAD-E2B2EC2D0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cs typeface="Calibri Light"/>
              </a:rPr>
              <a:t>Start Kafka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2BC7CDB-CB43-4EB5-9FCE-A7743B4EB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628846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792926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BDCFFD-6DAA-4067-8232-66D82851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Yahoo Finance Producer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F18E5-4B04-4424-9AF5-2BA257E637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cs typeface="Calibri"/>
              </a:rPr>
              <a:t>API: </a:t>
            </a:r>
            <a:r>
              <a:rPr lang="en-US" sz="2000">
                <a:ea typeface="+mn-lt"/>
                <a:cs typeface="+mn-lt"/>
                <a:hlinkClick r:id="rId2"/>
              </a:rPr>
              <a:t>https://query1.finance.yahoo.com/v7/finance/quote?lang=en-US&amp;region=US&amp;corsDomain=finance.yahoo.com</a:t>
            </a:r>
            <a:endParaRPr lang="en-US" sz="2000">
              <a:ea typeface="+mn-lt"/>
              <a:cs typeface="+mn-lt"/>
            </a:endParaRPr>
          </a:p>
          <a:p>
            <a:r>
              <a:rPr lang="en-US" sz="2000">
                <a:ea typeface="+mn-lt"/>
                <a:cs typeface="+mn-lt"/>
              </a:rPr>
              <a:t>Send to Kafka:   producer.send(new ProducerRecord&lt;String, String&gt;(topic, hashMap.get("fields"), value));</a:t>
            </a:r>
          </a:p>
          <a:p>
            <a:r>
              <a:rPr lang="en-US" sz="2000">
                <a:ea typeface="+mn-lt"/>
                <a:cs typeface="+mn-lt"/>
              </a:rPr>
              <a:t>Configurable</a:t>
            </a:r>
          </a:p>
          <a:p>
            <a:r>
              <a:rPr lang="en-US" sz="2000">
                <a:ea typeface="+mn-lt"/>
                <a:cs typeface="+mn-lt"/>
              </a:rPr>
              <a:t>Start producer: java -jar YahooFinance.jar conf.properties</a:t>
            </a:r>
            <a:br>
              <a:rPr lang="en-US" sz="2000">
                <a:ea typeface="+mn-lt"/>
                <a:cs typeface="+mn-lt"/>
              </a:rPr>
            </a:br>
            <a:endParaRPr lang="en-US" sz="20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7132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965B62-03B8-4292-B836-E39E14E4A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Spark Stream – Kafka Consumer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D02B3-44DB-4A95-AE3C-A05B0C6A1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799762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dirty="0">
                <a:cs typeface="Calibri"/>
              </a:rPr>
              <a:t>Receive data from Kafka : Input Stream - </a:t>
            </a:r>
            <a:r>
              <a:rPr lang="en-US" sz="2000" err="1">
                <a:cs typeface="Calibri"/>
              </a:rPr>
              <a:t>DStream</a:t>
            </a:r>
            <a:r>
              <a:rPr lang="en-US" sz="2000" dirty="0">
                <a:cs typeface="Calibri"/>
              </a:rPr>
              <a:t> (</a:t>
            </a:r>
            <a:r>
              <a:rPr lang="en-US" sz="2000" dirty="0">
                <a:ea typeface="+mn-lt"/>
                <a:cs typeface="+mn-lt"/>
              </a:rPr>
              <a:t>Discretized Stream</a:t>
            </a:r>
            <a:r>
              <a:rPr lang="en-US" sz="2000" b="1" dirty="0">
                <a:ea typeface="+mn-lt"/>
                <a:cs typeface="+mn-lt"/>
              </a:rPr>
              <a:t>)</a:t>
            </a:r>
            <a:endParaRPr lang="en-US" sz="2000" dirty="0">
              <a:ea typeface="+mn-lt"/>
              <a:cs typeface="+mn-lt"/>
            </a:endParaRPr>
          </a:p>
          <a:p>
            <a:r>
              <a:rPr lang="en-US" sz="2000" dirty="0">
                <a:cs typeface="Calibri"/>
              </a:rPr>
              <a:t>Parsing data for saving : RDD(</a:t>
            </a:r>
            <a:r>
              <a:rPr lang="en-US" sz="2000" dirty="0">
                <a:ea typeface="+mn-lt"/>
                <a:cs typeface="+mn-lt"/>
              </a:rPr>
              <a:t>Resilient Distributed Datasets )</a:t>
            </a:r>
          </a:p>
          <a:p>
            <a:r>
              <a:rPr lang="en-US" sz="2000">
                <a:ea typeface="+mn-lt"/>
                <a:cs typeface="+mn-lt"/>
              </a:rPr>
              <a:t>Spark SQL: query data for showing in console</a:t>
            </a:r>
          </a:p>
          <a:p>
            <a:r>
              <a:rPr lang="en-US" sz="2000" dirty="0">
                <a:cs typeface="Calibri"/>
              </a:rPr>
              <a:t>Create HBase tables : </a:t>
            </a:r>
            <a:r>
              <a:rPr lang="en-US" sz="2000" dirty="0" err="1">
                <a:cs typeface="Calibri"/>
              </a:rPr>
              <a:t>live_stock</a:t>
            </a:r>
            <a:r>
              <a:rPr lang="en-US" sz="2000" dirty="0">
                <a:cs typeface="Calibri"/>
              </a:rPr>
              <a:t> and </a:t>
            </a:r>
            <a:r>
              <a:rPr lang="en-US" sz="2000" dirty="0" err="1">
                <a:cs typeface="Calibri"/>
              </a:rPr>
              <a:t>history_stock</a:t>
            </a:r>
            <a:endParaRPr lang="en-US" sz="2000" dirty="0">
              <a:cs typeface="Calibri"/>
            </a:endParaRPr>
          </a:p>
          <a:p>
            <a:r>
              <a:rPr lang="en-US" sz="2000" dirty="0">
                <a:cs typeface="Calibri"/>
              </a:rPr>
              <a:t>Start consumer: </a:t>
            </a:r>
            <a:r>
              <a:rPr lang="en-US" sz="2000" dirty="0">
                <a:ea typeface="+mn-lt"/>
                <a:cs typeface="+mn-lt"/>
              </a:rPr>
              <a:t>spark-submit --class "cs523.StockSparkStream.KafkaStockStream" --master yarn Desktop/StockSparkStream.jar </a:t>
            </a:r>
            <a:r>
              <a:rPr lang="en-US" sz="2000" dirty="0" err="1">
                <a:ea typeface="+mn-lt"/>
                <a:cs typeface="+mn-lt"/>
              </a:rPr>
              <a:t>kafka_zk_ipaddress</a:t>
            </a:r>
            <a:r>
              <a:rPr lang="en-US" sz="2000" dirty="0">
                <a:ea typeface="+mn-lt"/>
                <a:cs typeface="+mn-lt"/>
              </a:rPr>
              <a:t> </a:t>
            </a:r>
            <a:r>
              <a:rPr lang="en-US" sz="2000" dirty="0" err="1">
                <a:ea typeface="+mn-lt"/>
                <a:cs typeface="+mn-lt"/>
              </a:rPr>
              <a:t>hbase_zk_ipaddress</a:t>
            </a:r>
            <a:r>
              <a:rPr lang="en-US" sz="2000" dirty="0">
                <a:ea typeface="+mn-lt"/>
                <a:cs typeface="+mn-lt"/>
              </a:rPr>
              <a:t> &lt;topic&gt;</a:t>
            </a:r>
            <a:endParaRPr lang="en-US" sz="2000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57553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1F17CF-261F-4EE8-92FA-96F8EF524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cs typeface="Calibri Light"/>
              </a:rPr>
              <a:t>Tableau - Reporting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84C6D7-9426-426D-844A-B4E77A66F1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cs typeface="Calibri"/>
              </a:rPr>
              <a:t>Hive tables: im_live_stock, im_history_stock</a:t>
            </a:r>
            <a:endParaRPr lang="en-US" sz="2000"/>
          </a:p>
          <a:p>
            <a:r>
              <a:rPr lang="en-US" sz="2000">
                <a:cs typeface="Calibri"/>
              </a:rPr>
              <a:t>Hive views:</a:t>
            </a:r>
            <a:r>
              <a:rPr lang="en-US" sz="2000">
                <a:ea typeface="+mn-lt"/>
                <a:cs typeface="+mn-lt"/>
              </a:rPr>
              <a:t>v_im_live_stock,v_im_history_stock</a:t>
            </a:r>
          </a:p>
          <a:p>
            <a:r>
              <a:rPr lang="en-US" sz="2000">
                <a:cs typeface="Calibri"/>
              </a:rPr>
              <a:t>Tableau: SQL query for data via Impala</a:t>
            </a:r>
          </a:p>
        </p:txBody>
      </p:sp>
    </p:spTree>
    <p:extLst>
      <p:ext uri="{BB962C8B-B14F-4D97-AF65-F5344CB8AC3E}">
        <p14:creationId xmlns:p14="http://schemas.microsoft.com/office/powerpoint/2010/main" val="815159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E00154-F8D0-4AD6-9DD4-FA027242C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2567" y="818984"/>
            <a:ext cx="6714699" cy="317868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</a:t>
            </a:r>
            <a:endParaRPr lang="en-US" sz="48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AA766-DB55-4174-AD89-649B5176F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6001" y="4788433"/>
            <a:ext cx="7055893" cy="107805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THANK YOU</a:t>
            </a:r>
            <a:endParaRPr lang="en-US" sz="2400" b="1" kern="1200" dirty="0">
              <a:solidFill>
                <a:srgbClr val="FFFF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9481521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BIGDATA TECHNOLOGY FINAL PROJECT</vt:lpstr>
      <vt:lpstr>APPLICATION ARCHITECTURE</vt:lpstr>
      <vt:lpstr>Apache Kafka</vt:lpstr>
      <vt:lpstr>Start Kafka</vt:lpstr>
      <vt:lpstr>Yahoo Finance Producer</vt:lpstr>
      <vt:lpstr>Spark Stream – Kafka Consumer</vt:lpstr>
      <vt:lpstr>Tableau - Reporting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 </dc:title>
  <dc:creator/>
  <cp:lastModifiedBy/>
  <cp:revision>59</cp:revision>
  <dcterms:created xsi:type="dcterms:W3CDTF">2021-01-31T17:32:43Z</dcterms:created>
  <dcterms:modified xsi:type="dcterms:W3CDTF">2021-02-01T19:12:27Z</dcterms:modified>
</cp:coreProperties>
</file>